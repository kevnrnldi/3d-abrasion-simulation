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0287000" cy="18288000"/>
  <p:notesSz cx="6858000" cy="9144000"/>
  <p:embeddedFontLst>
    <p:embeddedFont>
      <p:font typeface="Luckiest Guy" charset="1" panose="02000506000000020004"/>
      <p:regular r:id="rId21"/>
    </p:embeddedFont>
    <p:embeddedFont>
      <p:font typeface="Fredoka" charset="1" panose="02000000000000000000"/>
      <p:regular r:id="rId22"/>
    </p:embeddedFont>
    <p:embeddedFont>
      <p:font typeface="Now"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72E1A"/>
        </a:solidFill>
      </p:bgPr>
    </p:bg>
    <p:spTree>
      <p:nvGrpSpPr>
        <p:cNvPr id="1" name=""/>
        <p:cNvGrpSpPr/>
        <p:nvPr/>
      </p:nvGrpSpPr>
      <p:grpSpPr>
        <a:xfrm>
          <a:off x="0" y="0"/>
          <a:ext cx="0" cy="0"/>
          <a:chOff x="0" y="0"/>
          <a:chExt cx="0" cy="0"/>
        </a:xfrm>
      </p:grpSpPr>
      <p:grpSp>
        <p:nvGrpSpPr>
          <p:cNvPr name="Group 2" id="2"/>
          <p:cNvGrpSpPr/>
          <p:nvPr/>
        </p:nvGrpSpPr>
        <p:grpSpPr>
          <a:xfrm rot="0">
            <a:off x="-10346354" y="1514"/>
            <a:ext cx="30510022" cy="18288000"/>
            <a:chOff x="0" y="0"/>
            <a:chExt cx="40680029" cy="24384000"/>
          </a:xfrm>
        </p:grpSpPr>
        <p:sp>
          <p:nvSpPr>
            <p:cNvPr name="Freeform 3" id="3"/>
            <p:cNvSpPr/>
            <p:nvPr/>
          </p:nvSpPr>
          <p:spPr>
            <a:xfrm flipH="false" flipV="false" rot="0">
              <a:off x="23206140" y="0"/>
              <a:ext cx="17473889" cy="24384000"/>
            </a:xfrm>
            <a:custGeom>
              <a:avLst/>
              <a:gdLst/>
              <a:ahLst/>
              <a:cxnLst/>
              <a:rect r="r" b="b" t="t" l="l"/>
              <a:pathLst>
                <a:path h="24384000" w="17473889">
                  <a:moveTo>
                    <a:pt x="0" y="0"/>
                  </a:moveTo>
                  <a:lnTo>
                    <a:pt x="17473889" y="0"/>
                  </a:lnTo>
                  <a:lnTo>
                    <a:pt x="17473889" y="24384000"/>
                  </a:lnTo>
                  <a:lnTo>
                    <a:pt x="0" y="24384000"/>
                  </a:lnTo>
                  <a:lnTo>
                    <a:pt x="0" y="0"/>
                  </a:lnTo>
                  <a:close/>
                </a:path>
              </a:pathLst>
            </a:custGeom>
            <a:blipFill>
              <a:blip r:embed="rId2">
                <a:alphaModFix amt="5000"/>
              </a:blip>
              <a:stretch>
                <a:fillRect l="0" t="0" r="-39545" b="0"/>
              </a:stretch>
            </a:blipFill>
          </p:spPr>
        </p:sp>
        <p:sp>
          <p:nvSpPr>
            <p:cNvPr name="Freeform 4" id="4"/>
            <p:cNvSpPr/>
            <p:nvPr/>
          </p:nvSpPr>
          <p:spPr>
            <a:xfrm flipH="false" flipV="false" rot="0">
              <a:off x="0" y="0"/>
              <a:ext cx="23206140" cy="24384000"/>
            </a:xfrm>
            <a:custGeom>
              <a:avLst/>
              <a:gdLst/>
              <a:ahLst/>
              <a:cxnLst/>
              <a:rect r="r" b="b" t="t" l="l"/>
              <a:pathLst>
                <a:path h="24384000" w="23206140">
                  <a:moveTo>
                    <a:pt x="0" y="0"/>
                  </a:moveTo>
                  <a:lnTo>
                    <a:pt x="23206140" y="0"/>
                  </a:lnTo>
                  <a:lnTo>
                    <a:pt x="23206140" y="24384000"/>
                  </a:lnTo>
                  <a:lnTo>
                    <a:pt x="0" y="24384000"/>
                  </a:lnTo>
                  <a:lnTo>
                    <a:pt x="0" y="0"/>
                  </a:lnTo>
                  <a:close/>
                </a:path>
              </a:pathLst>
            </a:custGeom>
            <a:blipFill>
              <a:blip r:embed="rId2">
                <a:alphaModFix amt="5000"/>
              </a:blip>
              <a:stretch>
                <a:fillRect l="-5075" t="0" r="0" b="0"/>
              </a:stretch>
            </a:blipFill>
          </p:spPr>
        </p:sp>
      </p:grpSp>
      <p:grpSp>
        <p:nvGrpSpPr>
          <p:cNvPr name="Group 5" id="5"/>
          <p:cNvGrpSpPr/>
          <p:nvPr/>
        </p:nvGrpSpPr>
        <p:grpSpPr>
          <a:xfrm rot="-240041">
            <a:off x="-635943" y="4960361"/>
            <a:ext cx="8051962" cy="5159479"/>
            <a:chOff x="0" y="0"/>
            <a:chExt cx="3235251" cy="2073061"/>
          </a:xfrm>
        </p:grpSpPr>
        <p:sp>
          <p:nvSpPr>
            <p:cNvPr name="Freeform 6" id="6"/>
            <p:cNvSpPr/>
            <p:nvPr/>
          </p:nvSpPr>
          <p:spPr>
            <a:xfrm flipH="false" flipV="false" rot="0">
              <a:off x="0" y="0"/>
              <a:ext cx="3235251" cy="2073061"/>
            </a:xfrm>
            <a:custGeom>
              <a:avLst/>
              <a:gdLst/>
              <a:ahLst/>
              <a:cxnLst/>
              <a:rect r="r" b="b" t="t" l="l"/>
              <a:pathLst>
                <a:path h="2073061" w="3235251">
                  <a:moveTo>
                    <a:pt x="0" y="0"/>
                  </a:moveTo>
                  <a:lnTo>
                    <a:pt x="3235251" y="0"/>
                  </a:lnTo>
                  <a:lnTo>
                    <a:pt x="3235251" y="2073061"/>
                  </a:lnTo>
                  <a:lnTo>
                    <a:pt x="0" y="2073061"/>
                  </a:lnTo>
                  <a:close/>
                </a:path>
              </a:pathLst>
            </a:custGeom>
            <a:solidFill>
              <a:srgbClr val="2B1511"/>
            </a:solidFill>
          </p:spPr>
        </p:sp>
        <p:sp>
          <p:nvSpPr>
            <p:cNvPr name="TextBox 7" id="7"/>
            <p:cNvSpPr txBox="true"/>
            <p:nvPr/>
          </p:nvSpPr>
          <p:spPr>
            <a:xfrm>
              <a:off x="0" y="-9525"/>
              <a:ext cx="3235251" cy="2082586"/>
            </a:xfrm>
            <a:prstGeom prst="rect">
              <a:avLst/>
            </a:prstGeom>
          </p:spPr>
          <p:txBody>
            <a:bodyPr anchor="ctr" rtlCol="false" tIns="28575" lIns="28575" bIns="28575" rIns="28575"/>
            <a:lstStyle/>
            <a:p>
              <a:pPr algn="ctr">
                <a:lnSpc>
                  <a:spcPts val="1496"/>
                </a:lnSpc>
                <a:spcBef>
                  <a:spcPct val="0"/>
                </a:spcBef>
              </a:pPr>
            </a:p>
          </p:txBody>
        </p:sp>
      </p:grpSp>
      <p:grpSp>
        <p:nvGrpSpPr>
          <p:cNvPr name="Group 8" id="8"/>
          <p:cNvGrpSpPr/>
          <p:nvPr/>
        </p:nvGrpSpPr>
        <p:grpSpPr>
          <a:xfrm rot="239655">
            <a:off x="-1231552" y="5149071"/>
            <a:ext cx="9567596" cy="4918118"/>
            <a:chOff x="0" y="0"/>
            <a:chExt cx="3844228" cy="1976083"/>
          </a:xfrm>
        </p:grpSpPr>
        <p:sp>
          <p:nvSpPr>
            <p:cNvPr name="Freeform 9" id="9"/>
            <p:cNvSpPr/>
            <p:nvPr/>
          </p:nvSpPr>
          <p:spPr>
            <a:xfrm flipH="false" flipV="false" rot="0">
              <a:off x="0" y="0"/>
              <a:ext cx="3844228" cy="1976083"/>
            </a:xfrm>
            <a:custGeom>
              <a:avLst/>
              <a:gdLst/>
              <a:ahLst/>
              <a:cxnLst/>
              <a:rect r="r" b="b" t="t" l="l"/>
              <a:pathLst>
                <a:path h="1976083" w="3844228">
                  <a:moveTo>
                    <a:pt x="0" y="0"/>
                  </a:moveTo>
                  <a:lnTo>
                    <a:pt x="3844228" y="0"/>
                  </a:lnTo>
                  <a:lnTo>
                    <a:pt x="3844228" y="1976083"/>
                  </a:lnTo>
                  <a:lnTo>
                    <a:pt x="0" y="1976083"/>
                  </a:lnTo>
                  <a:close/>
                </a:path>
              </a:pathLst>
            </a:custGeom>
            <a:solidFill>
              <a:srgbClr val="382621"/>
            </a:solidFill>
          </p:spPr>
        </p:sp>
        <p:sp>
          <p:nvSpPr>
            <p:cNvPr name="TextBox 10" id="10"/>
            <p:cNvSpPr txBox="true"/>
            <p:nvPr/>
          </p:nvSpPr>
          <p:spPr>
            <a:xfrm>
              <a:off x="0" y="-9525"/>
              <a:ext cx="3844228" cy="1985608"/>
            </a:xfrm>
            <a:prstGeom prst="rect">
              <a:avLst/>
            </a:prstGeom>
          </p:spPr>
          <p:txBody>
            <a:bodyPr anchor="ctr" rtlCol="false" tIns="28575" lIns="28575" bIns="28575" rIns="28575"/>
            <a:lstStyle/>
            <a:p>
              <a:pPr algn="ctr">
                <a:lnSpc>
                  <a:spcPts val="1496"/>
                </a:lnSpc>
                <a:spcBef>
                  <a:spcPct val="0"/>
                </a:spcBef>
              </a:pPr>
            </a:p>
          </p:txBody>
        </p:sp>
      </p:grpSp>
      <p:sp>
        <p:nvSpPr>
          <p:cNvPr name="Freeform 11" id="11"/>
          <p:cNvSpPr/>
          <p:nvPr/>
        </p:nvSpPr>
        <p:spPr>
          <a:xfrm flipH="false" flipV="false" rot="0">
            <a:off x="619449" y="6527375"/>
            <a:ext cx="5185244" cy="1195939"/>
          </a:xfrm>
          <a:custGeom>
            <a:avLst/>
            <a:gdLst/>
            <a:ahLst/>
            <a:cxnLst/>
            <a:rect r="r" b="b" t="t" l="l"/>
            <a:pathLst>
              <a:path h="1195939" w="5185244">
                <a:moveTo>
                  <a:pt x="0" y="0"/>
                </a:moveTo>
                <a:lnTo>
                  <a:pt x="5185244" y="0"/>
                </a:lnTo>
                <a:lnTo>
                  <a:pt x="5185244" y="1195939"/>
                </a:lnTo>
                <a:lnTo>
                  <a:pt x="0" y="1195939"/>
                </a:lnTo>
                <a:lnTo>
                  <a:pt x="0" y="0"/>
                </a:lnTo>
                <a:close/>
              </a:path>
            </a:pathLst>
          </a:custGeom>
          <a:blipFill>
            <a:blip r:embed="rId3"/>
            <a:stretch>
              <a:fillRect l="-15012" t="-130474" r="-10207" b="-125286"/>
            </a:stretch>
          </a:blipFill>
        </p:spPr>
      </p:sp>
      <p:sp>
        <p:nvSpPr>
          <p:cNvPr name="Freeform 12" id="12"/>
          <p:cNvSpPr/>
          <p:nvPr/>
        </p:nvSpPr>
        <p:spPr>
          <a:xfrm flipH="false" flipV="false" rot="0">
            <a:off x="841739" y="6145307"/>
            <a:ext cx="5099078" cy="277262"/>
          </a:xfrm>
          <a:custGeom>
            <a:avLst/>
            <a:gdLst/>
            <a:ahLst/>
            <a:cxnLst/>
            <a:rect r="r" b="b" t="t" l="l"/>
            <a:pathLst>
              <a:path h="277262" w="5099078">
                <a:moveTo>
                  <a:pt x="0" y="0"/>
                </a:moveTo>
                <a:lnTo>
                  <a:pt x="5099078" y="0"/>
                </a:lnTo>
                <a:lnTo>
                  <a:pt x="5099078" y="277262"/>
                </a:lnTo>
                <a:lnTo>
                  <a:pt x="0" y="277262"/>
                </a:lnTo>
                <a:lnTo>
                  <a:pt x="0" y="0"/>
                </a:lnTo>
                <a:close/>
              </a:path>
            </a:pathLst>
          </a:custGeom>
          <a:blipFill>
            <a:blip r:embed="rId4"/>
            <a:stretch>
              <a:fillRect l="0" t="0" r="0" b="0"/>
            </a:stretch>
          </a:blipFill>
        </p:spPr>
      </p:sp>
      <p:sp>
        <p:nvSpPr>
          <p:cNvPr name="TextBox 13" id="13"/>
          <p:cNvSpPr txBox="true"/>
          <p:nvPr/>
        </p:nvSpPr>
        <p:spPr>
          <a:xfrm rot="0">
            <a:off x="619449" y="7828120"/>
            <a:ext cx="5460021" cy="1228725"/>
          </a:xfrm>
          <a:prstGeom prst="rect">
            <a:avLst/>
          </a:prstGeom>
        </p:spPr>
        <p:txBody>
          <a:bodyPr anchor="t" rtlCol="false" tIns="0" lIns="0" bIns="0" rIns="0">
            <a:spAutoFit/>
          </a:bodyPr>
          <a:lstStyle/>
          <a:p>
            <a:pPr algn="ctr">
              <a:lnSpc>
                <a:spcPts val="3293"/>
              </a:lnSpc>
            </a:pPr>
            <a:r>
              <a:rPr lang="en-US" sz="2744">
                <a:solidFill>
                  <a:srgbClr val="E0D7C9"/>
                </a:solidFill>
                <a:latin typeface="Luckiest Guy"/>
                <a:ea typeface="Luckiest Guy"/>
                <a:cs typeface="Luckiest Guy"/>
                <a:sym typeface="Luckiest Guy"/>
              </a:rPr>
              <a:t>Struktur bumi, Data geolistrik &amp; Abrasi untuk masa depan yang lebih aman</a:t>
            </a:r>
          </a:p>
        </p:txBody>
      </p:sp>
      <p:sp>
        <p:nvSpPr>
          <p:cNvPr name="Freeform 14" id="14"/>
          <p:cNvSpPr/>
          <p:nvPr/>
        </p:nvSpPr>
        <p:spPr>
          <a:xfrm flipH="false" flipV="false" rot="0">
            <a:off x="1331972" y="11296142"/>
            <a:ext cx="3760198" cy="1178723"/>
          </a:xfrm>
          <a:custGeom>
            <a:avLst/>
            <a:gdLst/>
            <a:ahLst/>
            <a:cxnLst/>
            <a:rect r="r" b="b" t="t" l="l"/>
            <a:pathLst>
              <a:path h="1178723" w="3760198">
                <a:moveTo>
                  <a:pt x="0" y="0"/>
                </a:moveTo>
                <a:lnTo>
                  <a:pt x="3760198" y="0"/>
                </a:lnTo>
                <a:lnTo>
                  <a:pt x="3760198" y="1178723"/>
                </a:lnTo>
                <a:lnTo>
                  <a:pt x="0" y="1178723"/>
                </a:lnTo>
                <a:lnTo>
                  <a:pt x="0" y="0"/>
                </a:lnTo>
                <a:close/>
              </a:path>
            </a:pathLst>
          </a:custGeom>
          <a:blipFill>
            <a:blip r:embed="rId5"/>
            <a:stretch>
              <a:fillRect l="-28527" t="-202138" r="-28026" b="-197279"/>
            </a:stretch>
          </a:blipFill>
        </p:spPr>
      </p:sp>
      <p:sp>
        <p:nvSpPr>
          <p:cNvPr name="Freeform 15" id="15"/>
          <p:cNvSpPr/>
          <p:nvPr/>
        </p:nvSpPr>
        <p:spPr>
          <a:xfrm flipH="false" flipV="false" rot="0">
            <a:off x="6471649" y="1006838"/>
            <a:ext cx="12750024" cy="16293961"/>
          </a:xfrm>
          <a:custGeom>
            <a:avLst/>
            <a:gdLst/>
            <a:ahLst/>
            <a:cxnLst/>
            <a:rect r="r" b="b" t="t" l="l"/>
            <a:pathLst>
              <a:path h="16293961" w="12750024">
                <a:moveTo>
                  <a:pt x="0" y="0"/>
                </a:moveTo>
                <a:lnTo>
                  <a:pt x="12750024" y="0"/>
                </a:lnTo>
                <a:lnTo>
                  <a:pt x="12750024" y="16293961"/>
                </a:lnTo>
                <a:lnTo>
                  <a:pt x="0" y="162939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130575">
            <a:off x="-391722" y="17366469"/>
            <a:ext cx="11561027" cy="3086100"/>
            <a:chOff x="0" y="0"/>
            <a:chExt cx="3044879" cy="812800"/>
          </a:xfrm>
        </p:grpSpPr>
        <p:sp>
          <p:nvSpPr>
            <p:cNvPr name="Freeform 17" id="17"/>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1E1E1E"/>
            </a:solidFill>
          </p:spPr>
        </p:sp>
        <p:sp>
          <p:nvSpPr>
            <p:cNvPr name="TextBox 18" id="18"/>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9" id="19"/>
          <p:cNvGrpSpPr/>
          <p:nvPr/>
        </p:nvGrpSpPr>
        <p:grpSpPr>
          <a:xfrm rot="-200859">
            <a:off x="160303" y="17682648"/>
            <a:ext cx="11561027" cy="3086100"/>
            <a:chOff x="0" y="0"/>
            <a:chExt cx="3044879" cy="812800"/>
          </a:xfrm>
        </p:grpSpPr>
        <p:sp>
          <p:nvSpPr>
            <p:cNvPr name="Freeform 20" id="20"/>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1E1E1E"/>
            </a:solidFill>
          </p:spPr>
        </p:sp>
        <p:sp>
          <p:nvSpPr>
            <p:cNvPr name="TextBox 21" id="21"/>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22" id="22"/>
          <p:cNvGrpSpPr/>
          <p:nvPr/>
        </p:nvGrpSpPr>
        <p:grpSpPr>
          <a:xfrm rot="0">
            <a:off x="-605153" y="17682648"/>
            <a:ext cx="11561027" cy="3086100"/>
            <a:chOff x="0" y="0"/>
            <a:chExt cx="3044879" cy="812800"/>
          </a:xfrm>
        </p:grpSpPr>
        <p:sp>
          <p:nvSpPr>
            <p:cNvPr name="Freeform 23" id="23"/>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8C8C8C"/>
            </a:solidFill>
          </p:spPr>
        </p:sp>
        <p:sp>
          <p:nvSpPr>
            <p:cNvPr name="TextBox 24" id="24"/>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25" id="25"/>
          <p:cNvGrpSpPr/>
          <p:nvPr/>
        </p:nvGrpSpPr>
        <p:grpSpPr>
          <a:xfrm rot="141291">
            <a:off x="58520" y="-2469833"/>
            <a:ext cx="11561027" cy="3086100"/>
            <a:chOff x="0" y="0"/>
            <a:chExt cx="3044879" cy="812800"/>
          </a:xfrm>
        </p:grpSpPr>
        <p:sp>
          <p:nvSpPr>
            <p:cNvPr name="Freeform 26" id="26"/>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7A8803"/>
            </a:solidFill>
          </p:spPr>
        </p:sp>
        <p:sp>
          <p:nvSpPr>
            <p:cNvPr name="TextBox 27" id="27"/>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28" id="28"/>
          <p:cNvGrpSpPr/>
          <p:nvPr/>
        </p:nvGrpSpPr>
        <p:grpSpPr>
          <a:xfrm rot="-141496">
            <a:off x="-1332625" y="-2469491"/>
            <a:ext cx="11561027" cy="3086100"/>
            <a:chOff x="0" y="0"/>
            <a:chExt cx="3044879" cy="812800"/>
          </a:xfrm>
        </p:grpSpPr>
        <p:sp>
          <p:nvSpPr>
            <p:cNvPr name="Freeform 29" id="29"/>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6D7203"/>
            </a:solidFill>
          </p:spPr>
        </p:sp>
        <p:sp>
          <p:nvSpPr>
            <p:cNvPr name="TextBox 30" id="30"/>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72E1A"/>
        </a:solidFill>
      </p:bgPr>
    </p:bg>
    <p:spTree>
      <p:nvGrpSpPr>
        <p:cNvPr id="1" name=""/>
        <p:cNvGrpSpPr/>
        <p:nvPr/>
      </p:nvGrpSpPr>
      <p:grpSpPr>
        <a:xfrm>
          <a:off x="0" y="0"/>
          <a:ext cx="0" cy="0"/>
          <a:chOff x="0" y="0"/>
          <a:chExt cx="0" cy="0"/>
        </a:xfrm>
      </p:grpSpPr>
      <p:sp>
        <p:nvSpPr>
          <p:cNvPr name="Freeform 2" id="2"/>
          <p:cNvSpPr/>
          <p:nvPr/>
        </p:nvSpPr>
        <p:spPr>
          <a:xfrm flipH="false" flipV="false" rot="0">
            <a:off x="7035722" y="0"/>
            <a:ext cx="13105417" cy="18288000"/>
          </a:xfrm>
          <a:custGeom>
            <a:avLst/>
            <a:gdLst/>
            <a:ahLst/>
            <a:cxnLst/>
            <a:rect r="r" b="b" t="t" l="l"/>
            <a:pathLst>
              <a:path h="18288000" w="13105417">
                <a:moveTo>
                  <a:pt x="0" y="0"/>
                </a:moveTo>
                <a:lnTo>
                  <a:pt x="13105417" y="0"/>
                </a:lnTo>
                <a:lnTo>
                  <a:pt x="13105417" y="18288000"/>
                </a:lnTo>
                <a:lnTo>
                  <a:pt x="0" y="18288000"/>
                </a:lnTo>
                <a:lnTo>
                  <a:pt x="0" y="0"/>
                </a:lnTo>
                <a:close/>
              </a:path>
            </a:pathLst>
          </a:custGeom>
          <a:blipFill>
            <a:blip r:embed="rId2">
              <a:alphaModFix amt="5000"/>
            </a:blip>
            <a:stretch>
              <a:fillRect l="0" t="0" r="-39545" b="0"/>
            </a:stretch>
          </a:blipFill>
        </p:spPr>
      </p:sp>
      <p:sp>
        <p:nvSpPr>
          <p:cNvPr name="Freeform 3" id="3"/>
          <p:cNvSpPr/>
          <p:nvPr/>
        </p:nvSpPr>
        <p:spPr>
          <a:xfrm flipH="false" flipV="false" rot="0">
            <a:off x="-10363088" y="0"/>
            <a:ext cx="17404605" cy="18288000"/>
          </a:xfrm>
          <a:custGeom>
            <a:avLst/>
            <a:gdLst/>
            <a:ahLst/>
            <a:cxnLst/>
            <a:rect r="r" b="b" t="t" l="l"/>
            <a:pathLst>
              <a:path h="18288000" w="17404605">
                <a:moveTo>
                  <a:pt x="0" y="0"/>
                </a:moveTo>
                <a:lnTo>
                  <a:pt x="17404605" y="0"/>
                </a:lnTo>
                <a:lnTo>
                  <a:pt x="17404605" y="18288000"/>
                </a:lnTo>
                <a:lnTo>
                  <a:pt x="0" y="18288000"/>
                </a:lnTo>
                <a:lnTo>
                  <a:pt x="0" y="0"/>
                </a:lnTo>
                <a:close/>
              </a:path>
            </a:pathLst>
          </a:custGeom>
          <a:blipFill>
            <a:blip r:embed="rId2">
              <a:alphaModFix amt="5000"/>
            </a:blip>
            <a:stretch>
              <a:fillRect l="-5075" t="0" r="0" b="0"/>
            </a:stretch>
          </a:blipFill>
        </p:spPr>
      </p:sp>
      <p:grpSp>
        <p:nvGrpSpPr>
          <p:cNvPr name="Group 4" id="4"/>
          <p:cNvGrpSpPr/>
          <p:nvPr/>
        </p:nvGrpSpPr>
        <p:grpSpPr>
          <a:xfrm rot="141291">
            <a:off x="58520" y="-2469833"/>
            <a:ext cx="11561027" cy="3086100"/>
            <a:chOff x="0" y="0"/>
            <a:chExt cx="3044879" cy="812800"/>
          </a:xfrm>
        </p:grpSpPr>
        <p:sp>
          <p:nvSpPr>
            <p:cNvPr name="Freeform 5" id="5"/>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7A8803"/>
            </a:solidFill>
          </p:spPr>
        </p:sp>
        <p:sp>
          <p:nvSpPr>
            <p:cNvPr name="TextBox 6" id="6"/>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7" id="7"/>
          <p:cNvGrpSpPr/>
          <p:nvPr/>
        </p:nvGrpSpPr>
        <p:grpSpPr>
          <a:xfrm rot="-141496">
            <a:off x="-1332625" y="-2469491"/>
            <a:ext cx="11561027" cy="3086100"/>
            <a:chOff x="0" y="0"/>
            <a:chExt cx="3044879" cy="812800"/>
          </a:xfrm>
        </p:grpSpPr>
        <p:sp>
          <p:nvSpPr>
            <p:cNvPr name="Freeform 8" id="8"/>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6D7203"/>
            </a:solidFill>
          </p:spPr>
        </p:sp>
        <p:sp>
          <p:nvSpPr>
            <p:cNvPr name="TextBox 9" id="9"/>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0" id="10"/>
          <p:cNvGrpSpPr/>
          <p:nvPr/>
        </p:nvGrpSpPr>
        <p:grpSpPr>
          <a:xfrm rot="0">
            <a:off x="710502" y="5853485"/>
            <a:ext cx="8865996" cy="6410501"/>
            <a:chOff x="0" y="0"/>
            <a:chExt cx="11821328" cy="8547334"/>
          </a:xfrm>
        </p:grpSpPr>
        <p:grpSp>
          <p:nvGrpSpPr>
            <p:cNvPr name="Group 11" id="11"/>
            <p:cNvGrpSpPr/>
            <p:nvPr/>
          </p:nvGrpSpPr>
          <p:grpSpPr>
            <a:xfrm rot="0">
              <a:off x="0" y="0"/>
              <a:ext cx="11821328" cy="8547334"/>
              <a:chOff x="0" y="0"/>
              <a:chExt cx="3839591" cy="2776171"/>
            </a:xfrm>
          </p:grpSpPr>
          <p:sp>
            <p:nvSpPr>
              <p:cNvPr name="Freeform 12" id="12"/>
              <p:cNvSpPr/>
              <p:nvPr/>
            </p:nvSpPr>
            <p:spPr>
              <a:xfrm flipH="false" flipV="false" rot="0">
                <a:off x="0" y="0"/>
                <a:ext cx="3839591" cy="2776171"/>
              </a:xfrm>
              <a:custGeom>
                <a:avLst/>
                <a:gdLst/>
                <a:ahLst/>
                <a:cxnLst/>
                <a:rect r="r" b="b" t="t" l="l"/>
                <a:pathLst>
                  <a:path h="2776171" w="3839591">
                    <a:moveTo>
                      <a:pt x="3839591" y="55886"/>
                    </a:moveTo>
                    <a:lnTo>
                      <a:pt x="3839591" y="2720285"/>
                    </a:lnTo>
                    <a:cubicBezTo>
                      <a:pt x="3839591" y="2735107"/>
                      <a:pt x="3833703" y="2749322"/>
                      <a:pt x="3823222" y="2759802"/>
                    </a:cubicBezTo>
                    <a:cubicBezTo>
                      <a:pt x="3812742" y="2770283"/>
                      <a:pt x="3798527" y="2776171"/>
                      <a:pt x="3783705" y="2776171"/>
                    </a:cubicBezTo>
                    <a:lnTo>
                      <a:pt x="55886" y="2776171"/>
                    </a:lnTo>
                    <a:cubicBezTo>
                      <a:pt x="41064" y="2776171"/>
                      <a:pt x="26849" y="2770283"/>
                      <a:pt x="16369" y="2759802"/>
                    </a:cubicBezTo>
                    <a:cubicBezTo>
                      <a:pt x="5888" y="2749322"/>
                      <a:pt x="0" y="2735107"/>
                      <a:pt x="0" y="2720285"/>
                    </a:cubicBezTo>
                    <a:lnTo>
                      <a:pt x="0" y="55886"/>
                    </a:lnTo>
                    <a:cubicBezTo>
                      <a:pt x="0" y="41064"/>
                      <a:pt x="5888" y="26849"/>
                      <a:pt x="16369" y="16369"/>
                    </a:cubicBezTo>
                    <a:cubicBezTo>
                      <a:pt x="26849" y="5888"/>
                      <a:pt x="41064" y="0"/>
                      <a:pt x="55886" y="0"/>
                    </a:cubicBezTo>
                    <a:lnTo>
                      <a:pt x="3783705" y="0"/>
                    </a:lnTo>
                    <a:cubicBezTo>
                      <a:pt x="3798527" y="0"/>
                      <a:pt x="3812742" y="5888"/>
                      <a:pt x="3823222" y="16369"/>
                    </a:cubicBezTo>
                    <a:cubicBezTo>
                      <a:pt x="3833703" y="26849"/>
                      <a:pt x="3839591" y="41064"/>
                      <a:pt x="3839591" y="55886"/>
                    </a:cubicBezTo>
                    <a:close/>
                  </a:path>
                </a:pathLst>
              </a:custGeom>
              <a:solidFill>
                <a:srgbClr val="FFF3D6"/>
              </a:solidFill>
              <a:ln w="66675" cap="rnd">
                <a:solidFill>
                  <a:srgbClr val="000000"/>
                </a:solidFill>
                <a:prstDash val="solid"/>
                <a:round/>
              </a:ln>
            </p:spPr>
          </p:sp>
          <p:sp>
            <p:nvSpPr>
              <p:cNvPr name="TextBox 13" id="13"/>
              <p:cNvSpPr txBox="true"/>
              <p:nvPr/>
            </p:nvSpPr>
            <p:spPr>
              <a:xfrm>
                <a:off x="0" y="-9525"/>
                <a:ext cx="3839591" cy="2785696"/>
              </a:xfrm>
              <a:prstGeom prst="rect">
                <a:avLst/>
              </a:prstGeom>
            </p:spPr>
            <p:txBody>
              <a:bodyPr anchor="ctr" rtlCol="false" tIns="28575" lIns="28575" bIns="28575" rIns="28575"/>
              <a:lstStyle/>
              <a:p>
                <a:pPr algn="ctr">
                  <a:lnSpc>
                    <a:spcPts val="1496"/>
                  </a:lnSpc>
                  <a:spcBef>
                    <a:spcPct val="0"/>
                  </a:spcBef>
                </a:pPr>
              </a:p>
            </p:txBody>
          </p:sp>
        </p:grpSp>
        <p:grpSp>
          <p:nvGrpSpPr>
            <p:cNvPr name="Group 14" id="14"/>
            <p:cNvGrpSpPr/>
            <p:nvPr/>
          </p:nvGrpSpPr>
          <p:grpSpPr>
            <a:xfrm rot="0">
              <a:off x="897974" y="4352686"/>
              <a:ext cx="10025381" cy="1245654"/>
              <a:chOff x="0" y="0"/>
              <a:chExt cx="5500118" cy="683385"/>
            </a:xfrm>
          </p:grpSpPr>
          <p:sp>
            <p:nvSpPr>
              <p:cNvPr name="Freeform 15" id="15"/>
              <p:cNvSpPr/>
              <p:nvPr/>
            </p:nvSpPr>
            <p:spPr>
              <a:xfrm flipH="false" flipV="false" rot="0">
                <a:off x="0" y="0"/>
                <a:ext cx="5500118" cy="683385"/>
              </a:xfrm>
              <a:custGeom>
                <a:avLst/>
                <a:gdLst/>
                <a:ahLst/>
                <a:cxnLst/>
                <a:rect r="r" b="b" t="t" l="l"/>
                <a:pathLst>
                  <a:path h="683385" w="5500118">
                    <a:moveTo>
                      <a:pt x="5500118" y="15445"/>
                    </a:moveTo>
                    <a:lnTo>
                      <a:pt x="5500118" y="667940"/>
                    </a:lnTo>
                    <a:cubicBezTo>
                      <a:pt x="5500118" y="672036"/>
                      <a:pt x="5498491" y="675965"/>
                      <a:pt x="5495594" y="678861"/>
                    </a:cubicBezTo>
                    <a:cubicBezTo>
                      <a:pt x="5492698" y="681758"/>
                      <a:pt x="5488770" y="683385"/>
                      <a:pt x="5484673" y="683385"/>
                    </a:cubicBezTo>
                    <a:lnTo>
                      <a:pt x="15445" y="683385"/>
                    </a:lnTo>
                    <a:cubicBezTo>
                      <a:pt x="6915" y="683385"/>
                      <a:pt x="0" y="676470"/>
                      <a:pt x="0" y="667940"/>
                    </a:cubicBezTo>
                    <a:lnTo>
                      <a:pt x="0" y="15445"/>
                    </a:lnTo>
                    <a:cubicBezTo>
                      <a:pt x="0" y="6915"/>
                      <a:pt x="6915" y="0"/>
                      <a:pt x="15445" y="0"/>
                    </a:cubicBezTo>
                    <a:lnTo>
                      <a:pt x="5484673" y="0"/>
                    </a:lnTo>
                    <a:cubicBezTo>
                      <a:pt x="5488770" y="0"/>
                      <a:pt x="5492698" y="1627"/>
                      <a:pt x="5495594" y="4524"/>
                    </a:cubicBezTo>
                    <a:cubicBezTo>
                      <a:pt x="5498491" y="7420"/>
                      <a:pt x="5500118" y="11348"/>
                      <a:pt x="5500118" y="15445"/>
                    </a:cubicBezTo>
                    <a:close/>
                  </a:path>
                </a:pathLst>
              </a:custGeom>
              <a:solidFill>
                <a:srgbClr val="FFFFFF"/>
              </a:solidFill>
              <a:ln w="38100" cap="sq">
                <a:solidFill>
                  <a:srgbClr val="000000"/>
                </a:solidFill>
                <a:prstDash val="solid"/>
                <a:miter/>
              </a:ln>
            </p:spPr>
          </p:sp>
          <p:sp>
            <p:nvSpPr>
              <p:cNvPr name="TextBox 16" id="16"/>
              <p:cNvSpPr txBox="true"/>
              <p:nvPr/>
            </p:nvSpPr>
            <p:spPr>
              <a:xfrm>
                <a:off x="0" y="-9525"/>
                <a:ext cx="5500118" cy="692910"/>
              </a:xfrm>
              <a:prstGeom prst="rect">
                <a:avLst/>
              </a:prstGeom>
            </p:spPr>
            <p:txBody>
              <a:bodyPr anchor="ctr" rtlCol="false" tIns="28575" lIns="28575" bIns="28575" rIns="28575"/>
              <a:lstStyle/>
              <a:p>
                <a:pPr algn="ctr">
                  <a:lnSpc>
                    <a:spcPts val="1496"/>
                  </a:lnSpc>
                  <a:spcBef>
                    <a:spcPct val="0"/>
                  </a:spcBef>
                </a:pPr>
              </a:p>
            </p:txBody>
          </p:sp>
        </p:grpSp>
        <p:sp>
          <p:nvSpPr>
            <p:cNvPr name="TextBox 17" id="17"/>
            <p:cNvSpPr txBox="true"/>
            <p:nvPr/>
          </p:nvSpPr>
          <p:spPr>
            <a:xfrm rot="0">
              <a:off x="897974" y="1227857"/>
              <a:ext cx="1722901" cy="675919"/>
            </a:xfrm>
            <a:prstGeom prst="rect">
              <a:avLst/>
            </a:prstGeom>
          </p:spPr>
          <p:txBody>
            <a:bodyPr anchor="t" rtlCol="false" tIns="0" lIns="0" bIns="0" rIns="0">
              <a:spAutoFit/>
            </a:bodyPr>
            <a:lstStyle/>
            <a:p>
              <a:pPr algn="ctr">
                <a:lnSpc>
                  <a:spcPts val="4120"/>
                </a:lnSpc>
              </a:pPr>
              <a:r>
                <a:rPr lang="en-US" sz="3244" spc="204">
                  <a:solidFill>
                    <a:srgbClr val="6D7203"/>
                  </a:solidFill>
                  <a:latin typeface="Fredoka"/>
                  <a:ea typeface="Fredoka"/>
                  <a:cs typeface="Fredoka"/>
                  <a:sym typeface="Fredoka"/>
                </a:rPr>
                <a:t>Nama</a:t>
              </a:r>
            </a:p>
          </p:txBody>
        </p:sp>
        <p:sp>
          <p:nvSpPr>
            <p:cNvPr name="TextBox 18" id="18"/>
            <p:cNvSpPr txBox="true"/>
            <p:nvPr/>
          </p:nvSpPr>
          <p:spPr>
            <a:xfrm rot="0">
              <a:off x="897974" y="3676767"/>
              <a:ext cx="1621862" cy="675919"/>
            </a:xfrm>
            <a:prstGeom prst="rect">
              <a:avLst/>
            </a:prstGeom>
          </p:spPr>
          <p:txBody>
            <a:bodyPr anchor="t" rtlCol="false" tIns="0" lIns="0" bIns="0" rIns="0">
              <a:spAutoFit/>
            </a:bodyPr>
            <a:lstStyle/>
            <a:p>
              <a:pPr algn="ctr">
                <a:lnSpc>
                  <a:spcPts val="4120"/>
                </a:lnSpc>
              </a:pPr>
              <a:r>
                <a:rPr lang="en-US" sz="3244" spc="204">
                  <a:solidFill>
                    <a:srgbClr val="6D7203"/>
                  </a:solidFill>
                  <a:latin typeface="Fredoka"/>
                  <a:ea typeface="Fredoka"/>
                  <a:cs typeface="Fredoka"/>
                  <a:sym typeface="Fredoka"/>
                </a:rPr>
                <a:t>Kelas</a:t>
              </a:r>
            </a:p>
          </p:txBody>
        </p:sp>
        <p:grpSp>
          <p:nvGrpSpPr>
            <p:cNvPr name="Group 19" id="19"/>
            <p:cNvGrpSpPr/>
            <p:nvPr/>
          </p:nvGrpSpPr>
          <p:grpSpPr>
            <a:xfrm rot="0">
              <a:off x="1403167" y="6523584"/>
              <a:ext cx="9014994" cy="1262708"/>
              <a:chOff x="0" y="0"/>
              <a:chExt cx="4325549" cy="605865"/>
            </a:xfrm>
          </p:grpSpPr>
          <p:sp>
            <p:nvSpPr>
              <p:cNvPr name="Freeform 20" id="20"/>
              <p:cNvSpPr/>
              <p:nvPr/>
            </p:nvSpPr>
            <p:spPr>
              <a:xfrm flipH="false" flipV="false" rot="0">
                <a:off x="0" y="0"/>
                <a:ext cx="4325549" cy="605865"/>
              </a:xfrm>
              <a:custGeom>
                <a:avLst/>
                <a:gdLst/>
                <a:ahLst/>
                <a:cxnLst/>
                <a:rect r="r" b="b" t="t" l="l"/>
                <a:pathLst>
                  <a:path h="605865" w="4325549">
                    <a:moveTo>
                      <a:pt x="4325549" y="114504"/>
                    </a:moveTo>
                    <a:lnTo>
                      <a:pt x="4325549" y="491360"/>
                    </a:lnTo>
                    <a:cubicBezTo>
                      <a:pt x="4325549" y="554599"/>
                      <a:pt x="4274283" y="605865"/>
                      <a:pt x="4211045" y="605865"/>
                    </a:cubicBezTo>
                    <a:lnTo>
                      <a:pt x="114504" y="605865"/>
                    </a:lnTo>
                    <a:cubicBezTo>
                      <a:pt x="84136" y="605865"/>
                      <a:pt x="55011" y="593801"/>
                      <a:pt x="33538" y="572327"/>
                    </a:cubicBezTo>
                    <a:cubicBezTo>
                      <a:pt x="12064" y="550853"/>
                      <a:pt x="0" y="521729"/>
                      <a:pt x="0" y="491360"/>
                    </a:cubicBezTo>
                    <a:lnTo>
                      <a:pt x="0" y="114504"/>
                    </a:lnTo>
                    <a:cubicBezTo>
                      <a:pt x="0" y="84136"/>
                      <a:pt x="12064" y="55011"/>
                      <a:pt x="33538" y="33538"/>
                    </a:cubicBezTo>
                    <a:cubicBezTo>
                      <a:pt x="55011" y="12064"/>
                      <a:pt x="84136" y="0"/>
                      <a:pt x="114504" y="0"/>
                    </a:cubicBezTo>
                    <a:lnTo>
                      <a:pt x="4211045" y="0"/>
                    </a:lnTo>
                    <a:cubicBezTo>
                      <a:pt x="4241413" y="0"/>
                      <a:pt x="4270537" y="12064"/>
                      <a:pt x="4292011" y="33538"/>
                    </a:cubicBezTo>
                    <a:cubicBezTo>
                      <a:pt x="4313485" y="55011"/>
                      <a:pt x="4325549" y="84136"/>
                      <a:pt x="4325549" y="114504"/>
                    </a:cubicBezTo>
                    <a:close/>
                  </a:path>
                </a:pathLst>
              </a:custGeom>
              <a:solidFill>
                <a:srgbClr val="6D7203"/>
              </a:solidFill>
              <a:ln w="57150" cap="rnd">
                <a:solidFill>
                  <a:srgbClr val="848683"/>
                </a:solidFill>
                <a:prstDash val="solid"/>
                <a:round/>
              </a:ln>
            </p:spPr>
          </p:sp>
          <p:sp>
            <p:nvSpPr>
              <p:cNvPr name="TextBox 21" id="21"/>
              <p:cNvSpPr txBox="true"/>
              <p:nvPr/>
            </p:nvSpPr>
            <p:spPr>
              <a:xfrm>
                <a:off x="0" y="-38100"/>
                <a:ext cx="4325549" cy="643965"/>
              </a:xfrm>
              <a:prstGeom prst="rect">
                <a:avLst/>
              </a:prstGeom>
            </p:spPr>
            <p:txBody>
              <a:bodyPr anchor="ctr" rtlCol="false" tIns="28575" lIns="28575" bIns="28575" rIns="28575"/>
              <a:lstStyle/>
              <a:p>
                <a:pPr algn="ctr">
                  <a:lnSpc>
                    <a:spcPts val="2896"/>
                  </a:lnSpc>
                  <a:spcBef>
                    <a:spcPct val="0"/>
                  </a:spcBef>
                </a:pPr>
                <a:r>
                  <a:rPr lang="en-US" sz="2068">
                    <a:solidFill>
                      <a:srgbClr val="FFFFFF"/>
                    </a:solidFill>
                    <a:latin typeface="Fredoka"/>
                    <a:ea typeface="Fredoka"/>
                    <a:cs typeface="Fredoka"/>
                    <a:sym typeface="Fredoka"/>
                  </a:rPr>
                  <a:t>MASUK</a:t>
                </a:r>
              </a:p>
            </p:txBody>
          </p:sp>
        </p:grpSp>
        <p:grpSp>
          <p:nvGrpSpPr>
            <p:cNvPr name="Group 22" id="22"/>
            <p:cNvGrpSpPr/>
            <p:nvPr/>
          </p:nvGrpSpPr>
          <p:grpSpPr>
            <a:xfrm rot="0">
              <a:off x="897974" y="1903776"/>
              <a:ext cx="10025381" cy="1245654"/>
              <a:chOff x="0" y="0"/>
              <a:chExt cx="5500118" cy="683385"/>
            </a:xfrm>
          </p:grpSpPr>
          <p:sp>
            <p:nvSpPr>
              <p:cNvPr name="Freeform 23" id="23"/>
              <p:cNvSpPr/>
              <p:nvPr/>
            </p:nvSpPr>
            <p:spPr>
              <a:xfrm flipH="false" flipV="false" rot="0">
                <a:off x="0" y="0"/>
                <a:ext cx="5500118" cy="683385"/>
              </a:xfrm>
              <a:custGeom>
                <a:avLst/>
                <a:gdLst/>
                <a:ahLst/>
                <a:cxnLst/>
                <a:rect r="r" b="b" t="t" l="l"/>
                <a:pathLst>
                  <a:path h="683385" w="5500118">
                    <a:moveTo>
                      <a:pt x="5500118" y="15445"/>
                    </a:moveTo>
                    <a:lnTo>
                      <a:pt x="5500118" y="667940"/>
                    </a:lnTo>
                    <a:cubicBezTo>
                      <a:pt x="5500118" y="672036"/>
                      <a:pt x="5498491" y="675965"/>
                      <a:pt x="5495594" y="678861"/>
                    </a:cubicBezTo>
                    <a:cubicBezTo>
                      <a:pt x="5492698" y="681758"/>
                      <a:pt x="5488770" y="683385"/>
                      <a:pt x="5484673" y="683385"/>
                    </a:cubicBezTo>
                    <a:lnTo>
                      <a:pt x="15445" y="683385"/>
                    </a:lnTo>
                    <a:cubicBezTo>
                      <a:pt x="6915" y="683385"/>
                      <a:pt x="0" y="676470"/>
                      <a:pt x="0" y="667940"/>
                    </a:cubicBezTo>
                    <a:lnTo>
                      <a:pt x="0" y="15445"/>
                    </a:lnTo>
                    <a:cubicBezTo>
                      <a:pt x="0" y="6915"/>
                      <a:pt x="6915" y="0"/>
                      <a:pt x="15445" y="0"/>
                    </a:cubicBezTo>
                    <a:lnTo>
                      <a:pt x="5484673" y="0"/>
                    </a:lnTo>
                    <a:cubicBezTo>
                      <a:pt x="5488770" y="0"/>
                      <a:pt x="5492698" y="1627"/>
                      <a:pt x="5495594" y="4524"/>
                    </a:cubicBezTo>
                    <a:cubicBezTo>
                      <a:pt x="5498491" y="7420"/>
                      <a:pt x="5500118" y="11348"/>
                      <a:pt x="5500118" y="15445"/>
                    </a:cubicBezTo>
                    <a:close/>
                  </a:path>
                </a:pathLst>
              </a:custGeom>
              <a:solidFill>
                <a:srgbClr val="FFFFFF"/>
              </a:solidFill>
              <a:ln w="38100" cap="sq">
                <a:solidFill>
                  <a:srgbClr val="000000"/>
                </a:solidFill>
                <a:prstDash val="solid"/>
                <a:miter/>
              </a:ln>
            </p:spPr>
          </p:sp>
          <p:sp>
            <p:nvSpPr>
              <p:cNvPr name="TextBox 24" id="24"/>
              <p:cNvSpPr txBox="true"/>
              <p:nvPr/>
            </p:nvSpPr>
            <p:spPr>
              <a:xfrm>
                <a:off x="0" y="-9525"/>
                <a:ext cx="5500118" cy="692910"/>
              </a:xfrm>
              <a:prstGeom prst="rect">
                <a:avLst/>
              </a:prstGeom>
            </p:spPr>
            <p:txBody>
              <a:bodyPr anchor="ctr" rtlCol="false" tIns="28575" lIns="28575" bIns="28575" rIns="28575"/>
              <a:lstStyle/>
              <a:p>
                <a:pPr algn="ctr">
                  <a:lnSpc>
                    <a:spcPts val="1496"/>
                  </a:lnSpc>
                  <a:spcBef>
                    <a:spcPct val="0"/>
                  </a:spcBef>
                </a:pPr>
              </a:p>
            </p:txBody>
          </p:sp>
        </p:grpSp>
      </p:grpSp>
      <p:grpSp>
        <p:nvGrpSpPr>
          <p:cNvPr name="Group 25" id="25"/>
          <p:cNvGrpSpPr/>
          <p:nvPr/>
        </p:nvGrpSpPr>
        <p:grpSpPr>
          <a:xfrm rot="130575">
            <a:off x="-241099" y="17477695"/>
            <a:ext cx="11561027" cy="3086100"/>
            <a:chOff x="0" y="0"/>
            <a:chExt cx="3044879" cy="812800"/>
          </a:xfrm>
        </p:grpSpPr>
        <p:sp>
          <p:nvSpPr>
            <p:cNvPr name="Freeform 26" id="26"/>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1E1E1E"/>
            </a:solidFill>
          </p:spPr>
        </p:sp>
        <p:sp>
          <p:nvSpPr>
            <p:cNvPr name="TextBox 27" id="27"/>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28" id="28"/>
          <p:cNvGrpSpPr/>
          <p:nvPr/>
        </p:nvGrpSpPr>
        <p:grpSpPr>
          <a:xfrm rot="-170676">
            <a:off x="69455" y="17477695"/>
            <a:ext cx="11561027" cy="3086100"/>
            <a:chOff x="0" y="0"/>
            <a:chExt cx="3044879" cy="812800"/>
          </a:xfrm>
        </p:grpSpPr>
        <p:sp>
          <p:nvSpPr>
            <p:cNvPr name="Freeform 29" id="29"/>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1E1E1E"/>
            </a:solidFill>
          </p:spPr>
        </p:sp>
        <p:sp>
          <p:nvSpPr>
            <p:cNvPr name="TextBox 30" id="30"/>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31" id="31"/>
          <p:cNvGrpSpPr/>
          <p:nvPr/>
        </p:nvGrpSpPr>
        <p:grpSpPr>
          <a:xfrm rot="0">
            <a:off x="-637013" y="17776558"/>
            <a:ext cx="11561027" cy="2921156"/>
            <a:chOff x="0" y="0"/>
            <a:chExt cx="3044879" cy="769358"/>
          </a:xfrm>
        </p:grpSpPr>
        <p:sp>
          <p:nvSpPr>
            <p:cNvPr name="Freeform 32" id="32"/>
            <p:cNvSpPr/>
            <p:nvPr/>
          </p:nvSpPr>
          <p:spPr>
            <a:xfrm flipH="false" flipV="false" rot="0">
              <a:off x="0" y="0"/>
              <a:ext cx="3044879" cy="769358"/>
            </a:xfrm>
            <a:custGeom>
              <a:avLst/>
              <a:gdLst/>
              <a:ahLst/>
              <a:cxnLst/>
              <a:rect r="r" b="b" t="t" l="l"/>
              <a:pathLst>
                <a:path h="769358" w="3044879">
                  <a:moveTo>
                    <a:pt x="0" y="0"/>
                  </a:moveTo>
                  <a:lnTo>
                    <a:pt x="3044879" y="0"/>
                  </a:lnTo>
                  <a:lnTo>
                    <a:pt x="3044879" y="769358"/>
                  </a:lnTo>
                  <a:lnTo>
                    <a:pt x="0" y="769358"/>
                  </a:lnTo>
                  <a:close/>
                </a:path>
              </a:pathLst>
            </a:custGeom>
            <a:solidFill>
              <a:srgbClr val="8C8C8C"/>
            </a:solidFill>
          </p:spPr>
        </p:sp>
        <p:sp>
          <p:nvSpPr>
            <p:cNvPr name="TextBox 33" id="33"/>
            <p:cNvSpPr txBox="true"/>
            <p:nvPr/>
          </p:nvSpPr>
          <p:spPr>
            <a:xfrm>
              <a:off x="0" y="-9525"/>
              <a:ext cx="3044879" cy="778883"/>
            </a:xfrm>
            <a:prstGeom prst="rect">
              <a:avLst/>
            </a:prstGeom>
          </p:spPr>
          <p:txBody>
            <a:bodyPr anchor="ctr" rtlCol="false" tIns="50800" lIns="50800" bIns="50800" rIns="50800"/>
            <a:lstStyle/>
            <a:p>
              <a:pPr algn="ctr">
                <a:lnSpc>
                  <a:spcPts val="2700"/>
                </a:lnSpc>
              </a:pPr>
            </a:p>
          </p:txBody>
        </p:sp>
      </p:grpSp>
      <p:grpSp>
        <p:nvGrpSpPr>
          <p:cNvPr name="Group 34" id="34"/>
          <p:cNvGrpSpPr/>
          <p:nvPr/>
        </p:nvGrpSpPr>
        <p:grpSpPr>
          <a:xfrm rot="0">
            <a:off x="1712516" y="4139868"/>
            <a:ext cx="6761246" cy="947031"/>
            <a:chOff x="0" y="0"/>
            <a:chExt cx="4325549" cy="605865"/>
          </a:xfrm>
        </p:grpSpPr>
        <p:sp>
          <p:nvSpPr>
            <p:cNvPr name="Freeform 35" id="35"/>
            <p:cNvSpPr/>
            <p:nvPr/>
          </p:nvSpPr>
          <p:spPr>
            <a:xfrm flipH="false" flipV="false" rot="0">
              <a:off x="0" y="0"/>
              <a:ext cx="4325549" cy="605865"/>
            </a:xfrm>
            <a:custGeom>
              <a:avLst/>
              <a:gdLst/>
              <a:ahLst/>
              <a:cxnLst/>
              <a:rect r="r" b="b" t="t" l="l"/>
              <a:pathLst>
                <a:path h="605865" w="4325549">
                  <a:moveTo>
                    <a:pt x="4325549" y="114504"/>
                  </a:moveTo>
                  <a:lnTo>
                    <a:pt x="4325549" y="491360"/>
                  </a:lnTo>
                  <a:cubicBezTo>
                    <a:pt x="4325549" y="554599"/>
                    <a:pt x="4274283" y="605865"/>
                    <a:pt x="4211045" y="605865"/>
                  </a:cubicBezTo>
                  <a:lnTo>
                    <a:pt x="114504" y="605865"/>
                  </a:lnTo>
                  <a:cubicBezTo>
                    <a:pt x="84136" y="605865"/>
                    <a:pt x="55011" y="593801"/>
                    <a:pt x="33538" y="572327"/>
                  </a:cubicBezTo>
                  <a:cubicBezTo>
                    <a:pt x="12064" y="550853"/>
                    <a:pt x="0" y="521729"/>
                    <a:pt x="0" y="491360"/>
                  </a:cubicBezTo>
                  <a:lnTo>
                    <a:pt x="0" y="114504"/>
                  </a:lnTo>
                  <a:cubicBezTo>
                    <a:pt x="0" y="84136"/>
                    <a:pt x="12064" y="55011"/>
                    <a:pt x="33538" y="33538"/>
                  </a:cubicBezTo>
                  <a:cubicBezTo>
                    <a:pt x="55011" y="12064"/>
                    <a:pt x="84136" y="0"/>
                    <a:pt x="114504" y="0"/>
                  </a:cubicBezTo>
                  <a:lnTo>
                    <a:pt x="4211045" y="0"/>
                  </a:lnTo>
                  <a:cubicBezTo>
                    <a:pt x="4241413" y="0"/>
                    <a:pt x="4270537" y="12064"/>
                    <a:pt x="4292011" y="33538"/>
                  </a:cubicBezTo>
                  <a:cubicBezTo>
                    <a:pt x="4313485" y="55011"/>
                    <a:pt x="4325549" y="84136"/>
                    <a:pt x="4325549" y="114504"/>
                  </a:cubicBezTo>
                  <a:close/>
                </a:path>
              </a:pathLst>
            </a:custGeom>
            <a:solidFill>
              <a:srgbClr val="6D7203"/>
            </a:solidFill>
            <a:ln w="28575" cap="rnd">
              <a:solidFill>
                <a:srgbClr val="000000"/>
              </a:solidFill>
              <a:prstDash val="solid"/>
              <a:round/>
            </a:ln>
          </p:spPr>
        </p:sp>
        <p:sp>
          <p:nvSpPr>
            <p:cNvPr name="TextBox 36" id="36"/>
            <p:cNvSpPr txBox="true"/>
            <p:nvPr/>
          </p:nvSpPr>
          <p:spPr>
            <a:xfrm>
              <a:off x="0" y="-57150"/>
              <a:ext cx="4325549" cy="663015"/>
            </a:xfrm>
            <a:prstGeom prst="rect">
              <a:avLst/>
            </a:prstGeom>
          </p:spPr>
          <p:txBody>
            <a:bodyPr anchor="ctr" rtlCol="false" tIns="28575" lIns="28575" bIns="28575" rIns="28575"/>
            <a:lstStyle/>
            <a:p>
              <a:pPr algn="ctr">
                <a:lnSpc>
                  <a:spcPts val="4296"/>
                </a:lnSpc>
                <a:spcBef>
                  <a:spcPct val="0"/>
                </a:spcBef>
              </a:pPr>
              <a:r>
                <a:rPr lang="en-US" sz="3068">
                  <a:solidFill>
                    <a:srgbClr val="FFFFFF"/>
                  </a:solidFill>
                  <a:latin typeface="Fredoka"/>
                  <a:ea typeface="Fredoka"/>
                  <a:cs typeface="Fredoka"/>
                  <a:sym typeface="Fredoka"/>
                </a:rPr>
                <a:t>Identitas Peserta Didik</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72E1A"/>
        </a:solidFill>
      </p:bgPr>
    </p:bg>
    <p:spTree>
      <p:nvGrpSpPr>
        <p:cNvPr id="1" name=""/>
        <p:cNvGrpSpPr/>
        <p:nvPr/>
      </p:nvGrpSpPr>
      <p:grpSpPr>
        <a:xfrm>
          <a:off x="0" y="0"/>
          <a:ext cx="0" cy="0"/>
          <a:chOff x="0" y="0"/>
          <a:chExt cx="0" cy="0"/>
        </a:xfrm>
      </p:grpSpPr>
      <p:sp>
        <p:nvSpPr>
          <p:cNvPr name="Freeform 2" id="2"/>
          <p:cNvSpPr/>
          <p:nvPr/>
        </p:nvSpPr>
        <p:spPr>
          <a:xfrm flipH="false" flipV="false" rot="0">
            <a:off x="7035722" y="0"/>
            <a:ext cx="13105417" cy="18288000"/>
          </a:xfrm>
          <a:custGeom>
            <a:avLst/>
            <a:gdLst/>
            <a:ahLst/>
            <a:cxnLst/>
            <a:rect r="r" b="b" t="t" l="l"/>
            <a:pathLst>
              <a:path h="18288000" w="13105417">
                <a:moveTo>
                  <a:pt x="0" y="0"/>
                </a:moveTo>
                <a:lnTo>
                  <a:pt x="13105417" y="0"/>
                </a:lnTo>
                <a:lnTo>
                  <a:pt x="13105417" y="18288000"/>
                </a:lnTo>
                <a:lnTo>
                  <a:pt x="0" y="18288000"/>
                </a:lnTo>
                <a:lnTo>
                  <a:pt x="0" y="0"/>
                </a:lnTo>
                <a:close/>
              </a:path>
            </a:pathLst>
          </a:custGeom>
          <a:blipFill>
            <a:blip r:embed="rId2">
              <a:alphaModFix amt="5000"/>
            </a:blip>
            <a:stretch>
              <a:fillRect l="0" t="0" r="-39545" b="0"/>
            </a:stretch>
          </a:blipFill>
        </p:spPr>
      </p:sp>
      <p:sp>
        <p:nvSpPr>
          <p:cNvPr name="Freeform 3" id="3"/>
          <p:cNvSpPr/>
          <p:nvPr/>
        </p:nvSpPr>
        <p:spPr>
          <a:xfrm flipH="false" flipV="false" rot="0">
            <a:off x="-10363088" y="0"/>
            <a:ext cx="17404605" cy="18288000"/>
          </a:xfrm>
          <a:custGeom>
            <a:avLst/>
            <a:gdLst/>
            <a:ahLst/>
            <a:cxnLst/>
            <a:rect r="r" b="b" t="t" l="l"/>
            <a:pathLst>
              <a:path h="18288000" w="17404605">
                <a:moveTo>
                  <a:pt x="0" y="0"/>
                </a:moveTo>
                <a:lnTo>
                  <a:pt x="17404605" y="0"/>
                </a:lnTo>
                <a:lnTo>
                  <a:pt x="17404605" y="18288000"/>
                </a:lnTo>
                <a:lnTo>
                  <a:pt x="0" y="18288000"/>
                </a:lnTo>
                <a:lnTo>
                  <a:pt x="0" y="0"/>
                </a:lnTo>
                <a:close/>
              </a:path>
            </a:pathLst>
          </a:custGeom>
          <a:blipFill>
            <a:blip r:embed="rId2">
              <a:alphaModFix amt="5000"/>
            </a:blip>
            <a:stretch>
              <a:fillRect l="-5075" t="0" r="0" b="0"/>
            </a:stretch>
          </a:blipFill>
        </p:spPr>
      </p:sp>
      <p:grpSp>
        <p:nvGrpSpPr>
          <p:cNvPr name="Group 4" id="4"/>
          <p:cNvGrpSpPr/>
          <p:nvPr/>
        </p:nvGrpSpPr>
        <p:grpSpPr>
          <a:xfrm rot="141291">
            <a:off x="58520" y="-2469833"/>
            <a:ext cx="11561027" cy="3086100"/>
            <a:chOff x="0" y="0"/>
            <a:chExt cx="3044879" cy="812800"/>
          </a:xfrm>
        </p:grpSpPr>
        <p:sp>
          <p:nvSpPr>
            <p:cNvPr name="Freeform 5" id="5"/>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7A8803"/>
            </a:solidFill>
          </p:spPr>
        </p:sp>
        <p:sp>
          <p:nvSpPr>
            <p:cNvPr name="TextBox 6" id="6"/>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7" id="7"/>
          <p:cNvGrpSpPr/>
          <p:nvPr/>
        </p:nvGrpSpPr>
        <p:grpSpPr>
          <a:xfrm rot="-141496">
            <a:off x="-1332625" y="-2469491"/>
            <a:ext cx="11561027" cy="3086100"/>
            <a:chOff x="0" y="0"/>
            <a:chExt cx="3044879" cy="812800"/>
          </a:xfrm>
        </p:grpSpPr>
        <p:sp>
          <p:nvSpPr>
            <p:cNvPr name="Freeform 8" id="8"/>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6D7203"/>
            </a:solidFill>
          </p:spPr>
        </p:sp>
        <p:sp>
          <p:nvSpPr>
            <p:cNvPr name="TextBox 9" id="9"/>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0" id="10"/>
          <p:cNvGrpSpPr/>
          <p:nvPr/>
        </p:nvGrpSpPr>
        <p:grpSpPr>
          <a:xfrm rot="130575">
            <a:off x="-241099" y="17477695"/>
            <a:ext cx="11561027" cy="3086100"/>
            <a:chOff x="0" y="0"/>
            <a:chExt cx="3044879" cy="812800"/>
          </a:xfrm>
        </p:grpSpPr>
        <p:sp>
          <p:nvSpPr>
            <p:cNvPr name="Freeform 11" id="11"/>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1E1E1E"/>
            </a:solidFill>
          </p:spPr>
        </p:sp>
        <p:sp>
          <p:nvSpPr>
            <p:cNvPr name="TextBox 12" id="12"/>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3" id="13"/>
          <p:cNvGrpSpPr/>
          <p:nvPr/>
        </p:nvGrpSpPr>
        <p:grpSpPr>
          <a:xfrm rot="-170676">
            <a:off x="69455" y="17477695"/>
            <a:ext cx="11561027" cy="3086100"/>
            <a:chOff x="0" y="0"/>
            <a:chExt cx="3044879" cy="812800"/>
          </a:xfrm>
        </p:grpSpPr>
        <p:sp>
          <p:nvSpPr>
            <p:cNvPr name="Freeform 14" id="14"/>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1E1E1E"/>
            </a:solidFill>
          </p:spPr>
        </p:sp>
        <p:sp>
          <p:nvSpPr>
            <p:cNvPr name="TextBox 15" id="15"/>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6" id="16"/>
          <p:cNvGrpSpPr/>
          <p:nvPr/>
        </p:nvGrpSpPr>
        <p:grpSpPr>
          <a:xfrm rot="0">
            <a:off x="-637013" y="17776558"/>
            <a:ext cx="11561027" cy="2921156"/>
            <a:chOff x="0" y="0"/>
            <a:chExt cx="3044879" cy="769358"/>
          </a:xfrm>
        </p:grpSpPr>
        <p:sp>
          <p:nvSpPr>
            <p:cNvPr name="Freeform 17" id="17"/>
            <p:cNvSpPr/>
            <p:nvPr/>
          </p:nvSpPr>
          <p:spPr>
            <a:xfrm flipH="false" flipV="false" rot="0">
              <a:off x="0" y="0"/>
              <a:ext cx="3044879" cy="769358"/>
            </a:xfrm>
            <a:custGeom>
              <a:avLst/>
              <a:gdLst/>
              <a:ahLst/>
              <a:cxnLst/>
              <a:rect r="r" b="b" t="t" l="l"/>
              <a:pathLst>
                <a:path h="769358" w="3044879">
                  <a:moveTo>
                    <a:pt x="0" y="0"/>
                  </a:moveTo>
                  <a:lnTo>
                    <a:pt x="3044879" y="0"/>
                  </a:lnTo>
                  <a:lnTo>
                    <a:pt x="3044879" y="769358"/>
                  </a:lnTo>
                  <a:lnTo>
                    <a:pt x="0" y="769358"/>
                  </a:lnTo>
                  <a:close/>
                </a:path>
              </a:pathLst>
            </a:custGeom>
            <a:solidFill>
              <a:srgbClr val="8C8C8C"/>
            </a:solidFill>
          </p:spPr>
        </p:sp>
        <p:sp>
          <p:nvSpPr>
            <p:cNvPr name="TextBox 18" id="18"/>
            <p:cNvSpPr txBox="true"/>
            <p:nvPr/>
          </p:nvSpPr>
          <p:spPr>
            <a:xfrm>
              <a:off x="0" y="-9525"/>
              <a:ext cx="3044879" cy="778883"/>
            </a:xfrm>
            <a:prstGeom prst="rect">
              <a:avLst/>
            </a:prstGeom>
          </p:spPr>
          <p:txBody>
            <a:bodyPr anchor="ctr" rtlCol="false" tIns="50800" lIns="50800" bIns="50800" rIns="50800"/>
            <a:lstStyle/>
            <a:p>
              <a:pPr algn="ctr">
                <a:lnSpc>
                  <a:spcPts val="2700"/>
                </a:lnSpc>
              </a:pPr>
            </a:p>
          </p:txBody>
        </p:sp>
      </p:grpSp>
      <p:grpSp>
        <p:nvGrpSpPr>
          <p:cNvPr name="Group 19" id="19"/>
          <p:cNvGrpSpPr/>
          <p:nvPr/>
        </p:nvGrpSpPr>
        <p:grpSpPr>
          <a:xfrm rot="0">
            <a:off x="1781189" y="2907437"/>
            <a:ext cx="6761246" cy="947031"/>
            <a:chOff x="0" y="0"/>
            <a:chExt cx="4325549" cy="605865"/>
          </a:xfrm>
        </p:grpSpPr>
        <p:sp>
          <p:nvSpPr>
            <p:cNvPr name="Freeform 20" id="20"/>
            <p:cNvSpPr/>
            <p:nvPr/>
          </p:nvSpPr>
          <p:spPr>
            <a:xfrm flipH="false" flipV="false" rot="0">
              <a:off x="0" y="0"/>
              <a:ext cx="4325549" cy="605865"/>
            </a:xfrm>
            <a:custGeom>
              <a:avLst/>
              <a:gdLst/>
              <a:ahLst/>
              <a:cxnLst/>
              <a:rect r="r" b="b" t="t" l="l"/>
              <a:pathLst>
                <a:path h="605865" w="4325549">
                  <a:moveTo>
                    <a:pt x="4325549" y="114504"/>
                  </a:moveTo>
                  <a:lnTo>
                    <a:pt x="4325549" y="491360"/>
                  </a:lnTo>
                  <a:cubicBezTo>
                    <a:pt x="4325549" y="554599"/>
                    <a:pt x="4274283" y="605865"/>
                    <a:pt x="4211045" y="605865"/>
                  </a:cubicBezTo>
                  <a:lnTo>
                    <a:pt x="114504" y="605865"/>
                  </a:lnTo>
                  <a:cubicBezTo>
                    <a:pt x="84136" y="605865"/>
                    <a:pt x="55011" y="593801"/>
                    <a:pt x="33538" y="572327"/>
                  </a:cubicBezTo>
                  <a:cubicBezTo>
                    <a:pt x="12064" y="550853"/>
                    <a:pt x="0" y="521729"/>
                    <a:pt x="0" y="491360"/>
                  </a:cubicBezTo>
                  <a:lnTo>
                    <a:pt x="0" y="114504"/>
                  </a:lnTo>
                  <a:cubicBezTo>
                    <a:pt x="0" y="84136"/>
                    <a:pt x="12064" y="55011"/>
                    <a:pt x="33538" y="33538"/>
                  </a:cubicBezTo>
                  <a:cubicBezTo>
                    <a:pt x="55011" y="12064"/>
                    <a:pt x="84136" y="0"/>
                    <a:pt x="114504" y="0"/>
                  </a:cubicBezTo>
                  <a:lnTo>
                    <a:pt x="4211045" y="0"/>
                  </a:lnTo>
                  <a:cubicBezTo>
                    <a:pt x="4241413" y="0"/>
                    <a:pt x="4270537" y="12064"/>
                    <a:pt x="4292011" y="33538"/>
                  </a:cubicBezTo>
                  <a:cubicBezTo>
                    <a:pt x="4313485" y="55011"/>
                    <a:pt x="4325549" y="84136"/>
                    <a:pt x="4325549" y="114504"/>
                  </a:cubicBezTo>
                  <a:close/>
                </a:path>
              </a:pathLst>
            </a:custGeom>
            <a:solidFill>
              <a:srgbClr val="7A8803"/>
            </a:solidFill>
            <a:ln w="57150" cap="rnd">
              <a:solidFill>
                <a:srgbClr val="848683"/>
              </a:solidFill>
              <a:prstDash val="solid"/>
              <a:round/>
            </a:ln>
          </p:spPr>
        </p:sp>
        <p:sp>
          <p:nvSpPr>
            <p:cNvPr name="TextBox 21" id="21"/>
            <p:cNvSpPr txBox="true"/>
            <p:nvPr/>
          </p:nvSpPr>
          <p:spPr>
            <a:xfrm>
              <a:off x="0" y="-57150"/>
              <a:ext cx="4325549" cy="663015"/>
            </a:xfrm>
            <a:prstGeom prst="rect">
              <a:avLst/>
            </a:prstGeom>
          </p:spPr>
          <p:txBody>
            <a:bodyPr anchor="ctr" rtlCol="false" tIns="28575" lIns="28575" bIns="28575" rIns="28575"/>
            <a:lstStyle/>
            <a:p>
              <a:pPr algn="ctr">
                <a:lnSpc>
                  <a:spcPts val="4296"/>
                </a:lnSpc>
                <a:spcBef>
                  <a:spcPct val="0"/>
                </a:spcBef>
              </a:pPr>
              <a:r>
                <a:rPr lang="en-US" sz="3068">
                  <a:solidFill>
                    <a:srgbClr val="FFFFFF"/>
                  </a:solidFill>
                  <a:latin typeface="Fredoka"/>
                  <a:ea typeface="Fredoka"/>
                  <a:cs typeface="Fredoka"/>
                  <a:sym typeface="Fredoka"/>
                </a:rPr>
                <a:t>Halo, Test (Kelas IX)</a:t>
              </a:r>
            </a:p>
          </p:txBody>
        </p:sp>
      </p:grpSp>
      <p:grpSp>
        <p:nvGrpSpPr>
          <p:cNvPr name="Group 22" id="22"/>
          <p:cNvGrpSpPr/>
          <p:nvPr/>
        </p:nvGrpSpPr>
        <p:grpSpPr>
          <a:xfrm rot="0">
            <a:off x="772754" y="4625706"/>
            <a:ext cx="8485546" cy="10279686"/>
            <a:chOff x="0" y="0"/>
            <a:chExt cx="11314061" cy="13706248"/>
          </a:xfrm>
        </p:grpSpPr>
        <p:grpSp>
          <p:nvGrpSpPr>
            <p:cNvPr name="Group 23" id="23"/>
            <p:cNvGrpSpPr/>
            <p:nvPr/>
          </p:nvGrpSpPr>
          <p:grpSpPr>
            <a:xfrm rot="0">
              <a:off x="3687" y="0"/>
              <a:ext cx="3552450" cy="4153813"/>
              <a:chOff x="0" y="0"/>
              <a:chExt cx="2561168" cy="2994703"/>
            </a:xfrm>
          </p:grpSpPr>
          <p:sp>
            <p:nvSpPr>
              <p:cNvPr name="Freeform 24" id="24"/>
              <p:cNvSpPr/>
              <p:nvPr/>
            </p:nvSpPr>
            <p:spPr>
              <a:xfrm flipH="false" flipV="false" rot="0">
                <a:off x="0" y="0"/>
                <a:ext cx="2561168" cy="2994703"/>
              </a:xfrm>
              <a:custGeom>
                <a:avLst/>
                <a:gdLst/>
                <a:ahLst/>
                <a:cxnLst/>
                <a:rect r="r" b="b" t="t" l="l"/>
                <a:pathLst>
                  <a:path h="2994703" w="2561168">
                    <a:moveTo>
                      <a:pt x="2561168" y="119136"/>
                    </a:moveTo>
                    <a:lnTo>
                      <a:pt x="2561168" y="2875567"/>
                    </a:lnTo>
                    <a:cubicBezTo>
                      <a:pt x="2561168" y="2941364"/>
                      <a:pt x="2507829" y="2994703"/>
                      <a:pt x="2442031" y="2994703"/>
                    </a:cubicBezTo>
                    <a:lnTo>
                      <a:pt x="119136" y="2994703"/>
                    </a:lnTo>
                    <a:cubicBezTo>
                      <a:pt x="87539" y="2994703"/>
                      <a:pt x="57237" y="2982151"/>
                      <a:pt x="34894" y="2959809"/>
                    </a:cubicBezTo>
                    <a:cubicBezTo>
                      <a:pt x="12552" y="2937467"/>
                      <a:pt x="0" y="2907164"/>
                      <a:pt x="0" y="2875567"/>
                    </a:cubicBezTo>
                    <a:lnTo>
                      <a:pt x="0" y="119136"/>
                    </a:lnTo>
                    <a:cubicBezTo>
                      <a:pt x="0" y="53339"/>
                      <a:pt x="53339" y="0"/>
                      <a:pt x="119136" y="0"/>
                    </a:cubicBezTo>
                    <a:lnTo>
                      <a:pt x="2442031" y="0"/>
                    </a:lnTo>
                    <a:cubicBezTo>
                      <a:pt x="2473628" y="0"/>
                      <a:pt x="2503931" y="12552"/>
                      <a:pt x="2526273" y="34894"/>
                    </a:cubicBezTo>
                    <a:cubicBezTo>
                      <a:pt x="2548616" y="57237"/>
                      <a:pt x="2561168" y="87539"/>
                      <a:pt x="2561168" y="119136"/>
                    </a:cubicBezTo>
                    <a:close/>
                  </a:path>
                </a:pathLst>
              </a:custGeom>
              <a:solidFill>
                <a:srgbClr val="FFF3D6"/>
              </a:solidFill>
              <a:ln w="38100" cap="rnd">
                <a:solidFill>
                  <a:srgbClr val="000000"/>
                </a:solidFill>
                <a:prstDash val="solid"/>
                <a:round/>
              </a:ln>
            </p:spPr>
          </p:sp>
          <p:sp>
            <p:nvSpPr>
              <p:cNvPr name="TextBox 25" id="25"/>
              <p:cNvSpPr txBox="true"/>
              <p:nvPr/>
            </p:nvSpPr>
            <p:spPr>
              <a:xfrm>
                <a:off x="0" y="-9525"/>
                <a:ext cx="2561168" cy="3004228"/>
              </a:xfrm>
              <a:prstGeom prst="rect">
                <a:avLst/>
              </a:prstGeom>
            </p:spPr>
            <p:txBody>
              <a:bodyPr anchor="ctr" rtlCol="false" tIns="28575" lIns="28575" bIns="28575" rIns="28575"/>
              <a:lstStyle/>
              <a:p>
                <a:pPr algn="ctr">
                  <a:lnSpc>
                    <a:spcPts val="1496"/>
                  </a:lnSpc>
                  <a:spcBef>
                    <a:spcPct val="0"/>
                  </a:spcBef>
                </a:pPr>
              </a:p>
            </p:txBody>
          </p:sp>
        </p:grpSp>
        <p:grpSp>
          <p:nvGrpSpPr>
            <p:cNvPr name="Group 26" id="26"/>
            <p:cNvGrpSpPr/>
            <p:nvPr/>
          </p:nvGrpSpPr>
          <p:grpSpPr>
            <a:xfrm rot="0">
              <a:off x="3882650" y="0"/>
              <a:ext cx="3552450" cy="4153813"/>
              <a:chOff x="0" y="0"/>
              <a:chExt cx="2561168" cy="2994703"/>
            </a:xfrm>
          </p:grpSpPr>
          <p:sp>
            <p:nvSpPr>
              <p:cNvPr name="Freeform 27" id="27"/>
              <p:cNvSpPr/>
              <p:nvPr/>
            </p:nvSpPr>
            <p:spPr>
              <a:xfrm flipH="false" flipV="false" rot="0">
                <a:off x="0" y="0"/>
                <a:ext cx="2561168" cy="2994703"/>
              </a:xfrm>
              <a:custGeom>
                <a:avLst/>
                <a:gdLst/>
                <a:ahLst/>
                <a:cxnLst/>
                <a:rect r="r" b="b" t="t" l="l"/>
                <a:pathLst>
                  <a:path h="2994703" w="2561168">
                    <a:moveTo>
                      <a:pt x="2561168" y="119136"/>
                    </a:moveTo>
                    <a:lnTo>
                      <a:pt x="2561168" y="2875567"/>
                    </a:lnTo>
                    <a:cubicBezTo>
                      <a:pt x="2561168" y="2941364"/>
                      <a:pt x="2507829" y="2994703"/>
                      <a:pt x="2442031" y="2994703"/>
                    </a:cubicBezTo>
                    <a:lnTo>
                      <a:pt x="119136" y="2994703"/>
                    </a:lnTo>
                    <a:cubicBezTo>
                      <a:pt x="87539" y="2994703"/>
                      <a:pt x="57237" y="2982151"/>
                      <a:pt x="34894" y="2959809"/>
                    </a:cubicBezTo>
                    <a:cubicBezTo>
                      <a:pt x="12552" y="2937467"/>
                      <a:pt x="0" y="2907164"/>
                      <a:pt x="0" y="2875567"/>
                    </a:cubicBezTo>
                    <a:lnTo>
                      <a:pt x="0" y="119136"/>
                    </a:lnTo>
                    <a:cubicBezTo>
                      <a:pt x="0" y="53339"/>
                      <a:pt x="53339" y="0"/>
                      <a:pt x="119136" y="0"/>
                    </a:cubicBezTo>
                    <a:lnTo>
                      <a:pt x="2442031" y="0"/>
                    </a:lnTo>
                    <a:cubicBezTo>
                      <a:pt x="2473628" y="0"/>
                      <a:pt x="2503931" y="12552"/>
                      <a:pt x="2526273" y="34894"/>
                    </a:cubicBezTo>
                    <a:cubicBezTo>
                      <a:pt x="2548616" y="57237"/>
                      <a:pt x="2561168" y="87539"/>
                      <a:pt x="2561168" y="119136"/>
                    </a:cubicBezTo>
                    <a:close/>
                  </a:path>
                </a:pathLst>
              </a:custGeom>
              <a:solidFill>
                <a:srgbClr val="FFF3D6"/>
              </a:solidFill>
              <a:ln w="38100" cap="rnd">
                <a:solidFill>
                  <a:srgbClr val="000000"/>
                </a:solidFill>
                <a:prstDash val="solid"/>
                <a:round/>
              </a:ln>
            </p:spPr>
          </p:sp>
          <p:sp>
            <p:nvSpPr>
              <p:cNvPr name="TextBox 28" id="28"/>
              <p:cNvSpPr txBox="true"/>
              <p:nvPr/>
            </p:nvSpPr>
            <p:spPr>
              <a:xfrm>
                <a:off x="0" y="-9525"/>
                <a:ext cx="2561168" cy="3004228"/>
              </a:xfrm>
              <a:prstGeom prst="rect">
                <a:avLst/>
              </a:prstGeom>
            </p:spPr>
            <p:txBody>
              <a:bodyPr anchor="ctr" rtlCol="false" tIns="28575" lIns="28575" bIns="28575" rIns="28575"/>
              <a:lstStyle/>
              <a:p>
                <a:pPr algn="ctr">
                  <a:lnSpc>
                    <a:spcPts val="1496"/>
                  </a:lnSpc>
                  <a:spcBef>
                    <a:spcPct val="0"/>
                  </a:spcBef>
                </a:pPr>
              </a:p>
            </p:txBody>
          </p:sp>
        </p:grpSp>
        <p:grpSp>
          <p:nvGrpSpPr>
            <p:cNvPr name="Group 29" id="29"/>
            <p:cNvGrpSpPr/>
            <p:nvPr/>
          </p:nvGrpSpPr>
          <p:grpSpPr>
            <a:xfrm rot="0">
              <a:off x="7761612" y="4776323"/>
              <a:ext cx="3552450" cy="4153813"/>
              <a:chOff x="0" y="0"/>
              <a:chExt cx="2561168" cy="2994703"/>
            </a:xfrm>
          </p:grpSpPr>
          <p:sp>
            <p:nvSpPr>
              <p:cNvPr name="Freeform 30" id="30"/>
              <p:cNvSpPr/>
              <p:nvPr/>
            </p:nvSpPr>
            <p:spPr>
              <a:xfrm flipH="false" flipV="false" rot="0">
                <a:off x="0" y="0"/>
                <a:ext cx="2561168" cy="2994703"/>
              </a:xfrm>
              <a:custGeom>
                <a:avLst/>
                <a:gdLst/>
                <a:ahLst/>
                <a:cxnLst/>
                <a:rect r="r" b="b" t="t" l="l"/>
                <a:pathLst>
                  <a:path h="2994703" w="2561168">
                    <a:moveTo>
                      <a:pt x="2561168" y="119136"/>
                    </a:moveTo>
                    <a:lnTo>
                      <a:pt x="2561168" y="2875567"/>
                    </a:lnTo>
                    <a:cubicBezTo>
                      <a:pt x="2561168" y="2941364"/>
                      <a:pt x="2507829" y="2994703"/>
                      <a:pt x="2442031" y="2994703"/>
                    </a:cubicBezTo>
                    <a:lnTo>
                      <a:pt x="119136" y="2994703"/>
                    </a:lnTo>
                    <a:cubicBezTo>
                      <a:pt x="87539" y="2994703"/>
                      <a:pt x="57237" y="2982151"/>
                      <a:pt x="34894" y="2959809"/>
                    </a:cubicBezTo>
                    <a:cubicBezTo>
                      <a:pt x="12552" y="2937467"/>
                      <a:pt x="0" y="2907164"/>
                      <a:pt x="0" y="2875567"/>
                    </a:cubicBezTo>
                    <a:lnTo>
                      <a:pt x="0" y="119136"/>
                    </a:lnTo>
                    <a:cubicBezTo>
                      <a:pt x="0" y="53339"/>
                      <a:pt x="53339" y="0"/>
                      <a:pt x="119136" y="0"/>
                    </a:cubicBezTo>
                    <a:lnTo>
                      <a:pt x="2442031" y="0"/>
                    </a:lnTo>
                    <a:cubicBezTo>
                      <a:pt x="2473628" y="0"/>
                      <a:pt x="2503931" y="12552"/>
                      <a:pt x="2526273" y="34894"/>
                    </a:cubicBezTo>
                    <a:cubicBezTo>
                      <a:pt x="2548616" y="57237"/>
                      <a:pt x="2561168" y="87539"/>
                      <a:pt x="2561168" y="119136"/>
                    </a:cubicBezTo>
                    <a:close/>
                  </a:path>
                </a:pathLst>
              </a:custGeom>
              <a:solidFill>
                <a:srgbClr val="FFF3D6"/>
              </a:solidFill>
              <a:ln w="38100" cap="rnd">
                <a:solidFill>
                  <a:srgbClr val="000000"/>
                </a:solidFill>
                <a:prstDash val="solid"/>
                <a:round/>
              </a:ln>
            </p:spPr>
          </p:sp>
          <p:sp>
            <p:nvSpPr>
              <p:cNvPr name="TextBox 31" id="31"/>
              <p:cNvSpPr txBox="true"/>
              <p:nvPr/>
            </p:nvSpPr>
            <p:spPr>
              <a:xfrm>
                <a:off x="0" y="-9525"/>
                <a:ext cx="2561168" cy="3004228"/>
              </a:xfrm>
              <a:prstGeom prst="rect">
                <a:avLst/>
              </a:prstGeom>
            </p:spPr>
            <p:txBody>
              <a:bodyPr anchor="ctr" rtlCol="false" tIns="28575" lIns="28575" bIns="28575" rIns="28575"/>
              <a:lstStyle/>
              <a:p>
                <a:pPr algn="ctr">
                  <a:lnSpc>
                    <a:spcPts val="1496"/>
                  </a:lnSpc>
                  <a:spcBef>
                    <a:spcPct val="0"/>
                  </a:spcBef>
                </a:pPr>
              </a:p>
            </p:txBody>
          </p:sp>
        </p:grpSp>
        <p:grpSp>
          <p:nvGrpSpPr>
            <p:cNvPr name="Group 32" id="32"/>
            <p:cNvGrpSpPr/>
            <p:nvPr/>
          </p:nvGrpSpPr>
          <p:grpSpPr>
            <a:xfrm rot="0">
              <a:off x="7761612" y="0"/>
              <a:ext cx="3552450" cy="4153813"/>
              <a:chOff x="0" y="0"/>
              <a:chExt cx="2561168" cy="2994703"/>
            </a:xfrm>
          </p:grpSpPr>
          <p:sp>
            <p:nvSpPr>
              <p:cNvPr name="Freeform 33" id="33"/>
              <p:cNvSpPr/>
              <p:nvPr/>
            </p:nvSpPr>
            <p:spPr>
              <a:xfrm flipH="false" flipV="false" rot="0">
                <a:off x="0" y="0"/>
                <a:ext cx="2561168" cy="2994703"/>
              </a:xfrm>
              <a:custGeom>
                <a:avLst/>
                <a:gdLst/>
                <a:ahLst/>
                <a:cxnLst/>
                <a:rect r="r" b="b" t="t" l="l"/>
                <a:pathLst>
                  <a:path h="2994703" w="2561168">
                    <a:moveTo>
                      <a:pt x="2561168" y="119136"/>
                    </a:moveTo>
                    <a:lnTo>
                      <a:pt x="2561168" y="2875567"/>
                    </a:lnTo>
                    <a:cubicBezTo>
                      <a:pt x="2561168" y="2941364"/>
                      <a:pt x="2507829" y="2994703"/>
                      <a:pt x="2442031" y="2994703"/>
                    </a:cubicBezTo>
                    <a:lnTo>
                      <a:pt x="119136" y="2994703"/>
                    </a:lnTo>
                    <a:cubicBezTo>
                      <a:pt x="87539" y="2994703"/>
                      <a:pt x="57237" y="2982151"/>
                      <a:pt x="34894" y="2959809"/>
                    </a:cubicBezTo>
                    <a:cubicBezTo>
                      <a:pt x="12552" y="2937467"/>
                      <a:pt x="0" y="2907164"/>
                      <a:pt x="0" y="2875567"/>
                    </a:cubicBezTo>
                    <a:lnTo>
                      <a:pt x="0" y="119136"/>
                    </a:lnTo>
                    <a:cubicBezTo>
                      <a:pt x="0" y="53339"/>
                      <a:pt x="53339" y="0"/>
                      <a:pt x="119136" y="0"/>
                    </a:cubicBezTo>
                    <a:lnTo>
                      <a:pt x="2442031" y="0"/>
                    </a:lnTo>
                    <a:cubicBezTo>
                      <a:pt x="2473628" y="0"/>
                      <a:pt x="2503931" y="12552"/>
                      <a:pt x="2526273" y="34894"/>
                    </a:cubicBezTo>
                    <a:cubicBezTo>
                      <a:pt x="2548616" y="57237"/>
                      <a:pt x="2561168" y="87539"/>
                      <a:pt x="2561168" y="119136"/>
                    </a:cubicBezTo>
                    <a:close/>
                  </a:path>
                </a:pathLst>
              </a:custGeom>
              <a:solidFill>
                <a:srgbClr val="FFF3D6"/>
              </a:solidFill>
              <a:ln w="38100" cap="rnd">
                <a:solidFill>
                  <a:srgbClr val="000000"/>
                </a:solidFill>
                <a:prstDash val="solid"/>
                <a:round/>
              </a:ln>
            </p:spPr>
          </p:sp>
          <p:sp>
            <p:nvSpPr>
              <p:cNvPr name="TextBox 34" id="34"/>
              <p:cNvSpPr txBox="true"/>
              <p:nvPr/>
            </p:nvSpPr>
            <p:spPr>
              <a:xfrm>
                <a:off x="0" y="-9525"/>
                <a:ext cx="2561168" cy="3004228"/>
              </a:xfrm>
              <a:prstGeom prst="rect">
                <a:avLst/>
              </a:prstGeom>
            </p:spPr>
            <p:txBody>
              <a:bodyPr anchor="ctr" rtlCol="false" tIns="28575" lIns="28575" bIns="28575" rIns="28575"/>
              <a:lstStyle/>
              <a:p>
                <a:pPr algn="ctr">
                  <a:lnSpc>
                    <a:spcPts val="1496"/>
                  </a:lnSpc>
                  <a:spcBef>
                    <a:spcPct val="0"/>
                  </a:spcBef>
                </a:pPr>
              </a:p>
            </p:txBody>
          </p:sp>
        </p:grpSp>
        <p:grpSp>
          <p:nvGrpSpPr>
            <p:cNvPr name="Group 35" id="35"/>
            <p:cNvGrpSpPr/>
            <p:nvPr/>
          </p:nvGrpSpPr>
          <p:grpSpPr>
            <a:xfrm rot="0">
              <a:off x="3882650" y="4776323"/>
              <a:ext cx="3552450" cy="4153813"/>
              <a:chOff x="0" y="0"/>
              <a:chExt cx="2561168" cy="2994703"/>
            </a:xfrm>
          </p:grpSpPr>
          <p:sp>
            <p:nvSpPr>
              <p:cNvPr name="Freeform 36" id="36"/>
              <p:cNvSpPr/>
              <p:nvPr/>
            </p:nvSpPr>
            <p:spPr>
              <a:xfrm flipH="false" flipV="false" rot="0">
                <a:off x="0" y="0"/>
                <a:ext cx="2561168" cy="2994703"/>
              </a:xfrm>
              <a:custGeom>
                <a:avLst/>
                <a:gdLst/>
                <a:ahLst/>
                <a:cxnLst/>
                <a:rect r="r" b="b" t="t" l="l"/>
                <a:pathLst>
                  <a:path h="2994703" w="2561168">
                    <a:moveTo>
                      <a:pt x="2561168" y="119136"/>
                    </a:moveTo>
                    <a:lnTo>
                      <a:pt x="2561168" y="2875567"/>
                    </a:lnTo>
                    <a:cubicBezTo>
                      <a:pt x="2561168" y="2941364"/>
                      <a:pt x="2507829" y="2994703"/>
                      <a:pt x="2442031" y="2994703"/>
                    </a:cubicBezTo>
                    <a:lnTo>
                      <a:pt x="119136" y="2994703"/>
                    </a:lnTo>
                    <a:cubicBezTo>
                      <a:pt x="87539" y="2994703"/>
                      <a:pt x="57237" y="2982151"/>
                      <a:pt x="34894" y="2959809"/>
                    </a:cubicBezTo>
                    <a:cubicBezTo>
                      <a:pt x="12552" y="2937467"/>
                      <a:pt x="0" y="2907164"/>
                      <a:pt x="0" y="2875567"/>
                    </a:cubicBezTo>
                    <a:lnTo>
                      <a:pt x="0" y="119136"/>
                    </a:lnTo>
                    <a:cubicBezTo>
                      <a:pt x="0" y="53339"/>
                      <a:pt x="53339" y="0"/>
                      <a:pt x="119136" y="0"/>
                    </a:cubicBezTo>
                    <a:lnTo>
                      <a:pt x="2442031" y="0"/>
                    </a:lnTo>
                    <a:cubicBezTo>
                      <a:pt x="2473628" y="0"/>
                      <a:pt x="2503931" y="12552"/>
                      <a:pt x="2526273" y="34894"/>
                    </a:cubicBezTo>
                    <a:cubicBezTo>
                      <a:pt x="2548616" y="57237"/>
                      <a:pt x="2561168" y="87539"/>
                      <a:pt x="2561168" y="119136"/>
                    </a:cubicBezTo>
                    <a:close/>
                  </a:path>
                </a:pathLst>
              </a:custGeom>
              <a:solidFill>
                <a:srgbClr val="FFF3D6"/>
              </a:solidFill>
              <a:ln w="38100" cap="rnd">
                <a:solidFill>
                  <a:srgbClr val="000000"/>
                </a:solidFill>
                <a:prstDash val="solid"/>
                <a:round/>
              </a:ln>
            </p:spPr>
          </p:sp>
          <p:sp>
            <p:nvSpPr>
              <p:cNvPr name="TextBox 37" id="37"/>
              <p:cNvSpPr txBox="true"/>
              <p:nvPr/>
            </p:nvSpPr>
            <p:spPr>
              <a:xfrm>
                <a:off x="0" y="-9525"/>
                <a:ext cx="2561168" cy="3004228"/>
              </a:xfrm>
              <a:prstGeom prst="rect">
                <a:avLst/>
              </a:prstGeom>
            </p:spPr>
            <p:txBody>
              <a:bodyPr anchor="ctr" rtlCol="false" tIns="28575" lIns="28575" bIns="28575" rIns="28575"/>
              <a:lstStyle/>
              <a:p>
                <a:pPr algn="ctr">
                  <a:lnSpc>
                    <a:spcPts val="1496"/>
                  </a:lnSpc>
                  <a:spcBef>
                    <a:spcPct val="0"/>
                  </a:spcBef>
                </a:pPr>
              </a:p>
            </p:txBody>
          </p:sp>
        </p:grpSp>
        <p:grpSp>
          <p:nvGrpSpPr>
            <p:cNvPr name="Group 38" id="38"/>
            <p:cNvGrpSpPr/>
            <p:nvPr/>
          </p:nvGrpSpPr>
          <p:grpSpPr>
            <a:xfrm rot="0">
              <a:off x="0" y="4776323"/>
              <a:ext cx="3552450" cy="4153813"/>
              <a:chOff x="0" y="0"/>
              <a:chExt cx="2561168" cy="2994703"/>
            </a:xfrm>
          </p:grpSpPr>
          <p:sp>
            <p:nvSpPr>
              <p:cNvPr name="Freeform 39" id="39"/>
              <p:cNvSpPr/>
              <p:nvPr/>
            </p:nvSpPr>
            <p:spPr>
              <a:xfrm flipH="false" flipV="false" rot="0">
                <a:off x="0" y="0"/>
                <a:ext cx="2561168" cy="2994703"/>
              </a:xfrm>
              <a:custGeom>
                <a:avLst/>
                <a:gdLst/>
                <a:ahLst/>
                <a:cxnLst/>
                <a:rect r="r" b="b" t="t" l="l"/>
                <a:pathLst>
                  <a:path h="2994703" w="2561168">
                    <a:moveTo>
                      <a:pt x="2561168" y="119136"/>
                    </a:moveTo>
                    <a:lnTo>
                      <a:pt x="2561168" y="2875567"/>
                    </a:lnTo>
                    <a:cubicBezTo>
                      <a:pt x="2561168" y="2941364"/>
                      <a:pt x="2507829" y="2994703"/>
                      <a:pt x="2442031" y="2994703"/>
                    </a:cubicBezTo>
                    <a:lnTo>
                      <a:pt x="119136" y="2994703"/>
                    </a:lnTo>
                    <a:cubicBezTo>
                      <a:pt x="87539" y="2994703"/>
                      <a:pt x="57237" y="2982151"/>
                      <a:pt x="34894" y="2959809"/>
                    </a:cubicBezTo>
                    <a:cubicBezTo>
                      <a:pt x="12552" y="2937467"/>
                      <a:pt x="0" y="2907164"/>
                      <a:pt x="0" y="2875567"/>
                    </a:cubicBezTo>
                    <a:lnTo>
                      <a:pt x="0" y="119136"/>
                    </a:lnTo>
                    <a:cubicBezTo>
                      <a:pt x="0" y="53339"/>
                      <a:pt x="53339" y="0"/>
                      <a:pt x="119136" y="0"/>
                    </a:cubicBezTo>
                    <a:lnTo>
                      <a:pt x="2442031" y="0"/>
                    </a:lnTo>
                    <a:cubicBezTo>
                      <a:pt x="2473628" y="0"/>
                      <a:pt x="2503931" y="12552"/>
                      <a:pt x="2526273" y="34894"/>
                    </a:cubicBezTo>
                    <a:cubicBezTo>
                      <a:pt x="2548616" y="57237"/>
                      <a:pt x="2561168" y="87539"/>
                      <a:pt x="2561168" y="119136"/>
                    </a:cubicBezTo>
                    <a:close/>
                  </a:path>
                </a:pathLst>
              </a:custGeom>
              <a:solidFill>
                <a:srgbClr val="FFF3D6"/>
              </a:solidFill>
              <a:ln w="38100" cap="rnd">
                <a:solidFill>
                  <a:srgbClr val="000000"/>
                </a:solidFill>
                <a:prstDash val="solid"/>
                <a:round/>
              </a:ln>
            </p:spPr>
          </p:sp>
          <p:sp>
            <p:nvSpPr>
              <p:cNvPr name="TextBox 40" id="40"/>
              <p:cNvSpPr txBox="true"/>
              <p:nvPr/>
            </p:nvSpPr>
            <p:spPr>
              <a:xfrm>
                <a:off x="0" y="-9525"/>
                <a:ext cx="2561168" cy="3004228"/>
              </a:xfrm>
              <a:prstGeom prst="rect">
                <a:avLst/>
              </a:prstGeom>
            </p:spPr>
            <p:txBody>
              <a:bodyPr anchor="ctr" rtlCol="false" tIns="28575" lIns="28575" bIns="28575" rIns="28575"/>
              <a:lstStyle/>
              <a:p>
                <a:pPr algn="ctr">
                  <a:lnSpc>
                    <a:spcPts val="1496"/>
                  </a:lnSpc>
                  <a:spcBef>
                    <a:spcPct val="0"/>
                  </a:spcBef>
                </a:pPr>
              </a:p>
            </p:txBody>
          </p:sp>
        </p:grpSp>
        <p:grpSp>
          <p:nvGrpSpPr>
            <p:cNvPr name="Group 41" id="41"/>
            <p:cNvGrpSpPr/>
            <p:nvPr/>
          </p:nvGrpSpPr>
          <p:grpSpPr>
            <a:xfrm rot="0">
              <a:off x="3882650" y="9552435"/>
              <a:ext cx="3552450" cy="4153813"/>
              <a:chOff x="0" y="0"/>
              <a:chExt cx="2561168" cy="2994703"/>
            </a:xfrm>
          </p:grpSpPr>
          <p:sp>
            <p:nvSpPr>
              <p:cNvPr name="Freeform 42" id="42"/>
              <p:cNvSpPr/>
              <p:nvPr/>
            </p:nvSpPr>
            <p:spPr>
              <a:xfrm flipH="false" flipV="false" rot="0">
                <a:off x="0" y="0"/>
                <a:ext cx="2561168" cy="2994703"/>
              </a:xfrm>
              <a:custGeom>
                <a:avLst/>
                <a:gdLst/>
                <a:ahLst/>
                <a:cxnLst/>
                <a:rect r="r" b="b" t="t" l="l"/>
                <a:pathLst>
                  <a:path h="2994703" w="2561168">
                    <a:moveTo>
                      <a:pt x="2561168" y="119136"/>
                    </a:moveTo>
                    <a:lnTo>
                      <a:pt x="2561168" y="2875567"/>
                    </a:lnTo>
                    <a:cubicBezTo>
                      <a:pt x="2561168" y="2941364"/>
                      <a:pt x="2507829" y="2994703"/>
                      <a:pt x="2442031" y="2994703"/>
                    </a:cubicBezTo>
                    <a:lnTo>
                      <a:pt x="119136" y="2994703"/>
                    </a:lnTo>
                    <a:cubicBezTo>
                      <a:pt x="87539" y="2994703"/>
                      <a:pt x="57237" y="2982151"/>
                      <a:pt x="34894" y="2959809"/>
                    </a:cubicBezTo>
                    <a:cubicBezTo>
                      <a:pt x="12552" y="2937467"/>
                      <a:pt x="0" y="2907164"/>
                      <a:pt x="0" y="2875567"/>
                    </a:cubicBezTo>
                    <a:lnTo>
                      <a:pt x="0" y="119136"/>
                    </a:lnTo>
                    <a:cubicBezTo>
                      <a:pt x="0" y="53339"/>
                      <a:pt x="53339" y="0"/>
                      <a:pt x="119136" y="0"/>
                    </a:cubicBezTo>
                    <a:lnTo>
                      <a:pt x="2442031" y="0"/>
                    </a:lnTo>
                    <a:cubicBezTo>
                      <a:pt x="2473628" y="0"/>
                      <a:pt x="2503931" y="12552"/>
                      <a:pt x="2526273" y="34894"/>
                    </a:cubicBezTo>
                    <a:cubicBezTo>
                      <a:pt x="2548616" y="57237"/>
                      <a:pt x="2561168" y="87539"/>
                      <a:pt x="2561168" y="119136"/>
                    </a:cubicBezTo>
                    <a:close/>
                  </a:path>
                </a:pathLst>
              </a:custGeom>
              <a:solidFill>
                <a:srgbClr val="FFF3D6"/>
              </a:solidFill>
              <a:ln w="38100" cap="rnd">
                <a:solidFill>
                  <a:srgbClr val="000000"/>
                </a:solidFill>
                <a:prstDash val="solid"/>
                <a:round/>
              </a:ln>
            </p:spPr>
          </p:sp>
          <p:sp>
            <p:nvSpPr>
              <p:cNvPr name="TextBox 43" id="43"/>
              <p:cNvSpPr txBox="true"/>
              <p:nvPr/>
            </p:nvSpPr>
            <p:spPr>
              <a:xfrm>
                <a:off x="0" y="-9525"/>
                <a:ext cx="2561168" cy="3004228"/>
              </a:xfrm>
              <a:prstGeom prst="rect">
                <a:avLst/>
              </a:prstGeom>
            </p:spPr>
            <p:txBody>
              <a:bodyPr anchor="ctr" rtlCol="false" tIns="28575" lIns="28575" bIns="28575" rIns="28575"/>
              <a:lstStyle/>
              <a:p>
                <a:pPr algn="ctr">
                  <a:lnSpc>
                    <a:spcPts val="1496"/>
                  </a:lnSpc>
                  <a:spcBef>
                    <a:spcPct val="0"/>
                  </a:spcBef>
                </a:pPr>
              </a:p>
            </p:txBody>
          </p:sp>
        </p:grpSp>
        <p:sp>
          <p:nvSpPr>
            <p:cNvPr name="TextBox 44" id="44"/>
            <p:cNvSpPr txBox="true"/>
            <p:nvPr/>
          </p:nvSpPr>
          <p:spPr>
            <a:xfrm rot="0">
              <a:off x="694167" y="2964505"/>
              <a:ext cx="2164115" cy="666750"/>
            </a:xfrm>
            <a:prstGeom prst="rect">
              <a:avLst/>
            </a:prstGeom>
          </p:spPr>
          <p:txBody>
            <a:bodyPr anchor="t" rtlCol="false" tIns="0" lIns="0" bIns="0" rIns="0">
              <a:spAutoFit/>
            </a:bodyPr>
            <a:lstStyle/>
            <a:p>
              <a:pPr algn="ctr">
                <a:lnSpc>
                  <a:spcPts val="4200"/>
                </a:lnSpc>
              </a:pPr>
              <a:r>
                <a:rPr lang="en-US" sz="3000">
                  <a:solidFill>
                    <a:srgbClr val="6D7203"/>
                  </a:solidFill>
                  <a:latin typeface="Fredoka"/>
                  <a:ea typeface="Fredoka"/>
                  <a:cs typeface="Fredoka"/>
                  <a:sym typeface="Fredoka"/>
                </a:rPr>
                <a:t>Petunjuk</a:t>
              </a:r>
            </a:p>
          </p:txBody>
        </p:sp>
        <p:sp>
          <p:nvSpPr>
            <p:cNvPr name="TextBox 45" id="45"/>
            <p:cNvSpPr txBox="true"/>
            <p:nvPr/>
          </p:nvSpPr>
          <p:spPr>
            <a:xfrm rot="0">
              <a:off x="4795980" y="2964505"/>
              <a:ext cx="1725789" cy="666750"/>
            </a:xfrm>
            <a:prstGeom prst="rect">
              <a:avLst/>
            </a:prstGeom>
          </p:spPr>
          <p:txBody>
            <a:bodyPr anchor="t" rtlCol="false" tIns="0" lIns="0" bIns="0" rIns="0">
              <a:spAutoFit/>
            </a:bodyPr>
            <a:lstStyle/>
            <a:p>
              <a:pPr algn="ctr">
                <a:lnSpc>
                  <a:spcPts val="4200"/>
                </a:lnSpc>
              </a:pPr>
              <a:r>
                <a:rPr lang="en-US" sz="3000">
                  <a:solidFill>
                    <a:srgbClr val="6D7203"/>
                  </a:solidFill>
                  <a:latin typeface="Fredoka"/>
                  <a:ea typeface="Fredoka"/>
                  <a:cs typeface="Fredoka"/>
                  <a:sym typeface="Fredoka"/>
                </a:rPr>
                <a:t>Tujuan</a:t>
              </a:r>
            </a:p>
          </p:txBody>
        </p:sp>
        <p:sp>
          <p:nvSpPr>
            <p:cNvPr name="TextBox 46" id="46"/>
            <p:cNvSpPr txBox="true"/>
            <p:nvPr/>
          </p:nvSpPr>
          <p:spPr>
            <a:xfrm rot="0">
              <a:off x="8725037" y="2964505"/>
              <a:ext cx="1625600" cy="666750"/>
            </a:xfrm>
            <a:prstGeom prst="rect">
              <a:avLst/>
            </a:prstGeom>
          </p:spPr>
          <p:txBody>
            <a:bodyPr anchor="t" rtlCol="false" tIns="0" lIns="0" bIns="0" rIns="0">
              <a:spAutoFit/>
            </a:bodyPr>
            <a:lstStyle/>
            <a:p>
              <a:pPr algn="ctr">
                <a:lnSpc>
                  <a:spcPts val="4200"/>
                </a:lnSpc>
              </a:pPr>
              <a:r>
                <a:rPr lang="en-US" sz="3000">
                  <a:solidFill>
                    <a:srgbClr val="6D7203"/>
                  </a:solidFill>
                  <a:latin typeface="Fredoka"/>
                  <a:ea typeface="Fredoka"/>
                  <a:cs typeface="Fredoka"/>
                  <a:sym typeface="Fredoka"/>
                </a:rPr>
                <a:t>Materi</a:t>
              </a:r>
            </a:p>
          </p:txBody>
        </p:sp>
        <p:sp>
          <p:nvSpPr>
            <p:cNvPr name="TextBox 47" id="47"/>
            <p:cNvSpPr txBox="true"/>
            <p:nvPr/>
          </p:nvSpPr>
          <p:spPr>
            <a:xfrm rot="0">
              <a:off x="769838" y="7819357"/>
              <a:ext cx="2012774" cy="666750"/>
            </a:xfrm>
            <a:prstGeom prst="rect">
              <a:avLst/>
            </a:prstGeom>
          </p:spPr>
          <p:txBody>
            <a:bodyPr anchor="t" rtlCol="false" tIns="0" lIns="0" bIns="0" rIns="0">
              <a:spAutoFit/>
            </a:bodyPr>
            <a:lstStyle/>
            <a:p>
              <a:pPr algn="ctr">
                <a:lnSpc>
                  <a:spcPts val="4200"/>
                </a:lnSpc>
              </a:pPr>
              <a:r>
                <a:rPr lang="en-US" sz="3000">
                  <a:solidFill>
                    <a:srgbClr val="6D7203"/>
                  </a:solidFill>
                  <a:latin typeface="Fredoka"/>
                  <a:ea typeface="Fredoka"/>
                  <a:cs typeface="Fredoka"/>
                  <a:sym typeface="Fredoka"/>
                </a:rPr>
                <a:t>Simulasi</a:t>
              </a:r>
            </a:p>
          </p:txBody>
        </p:sp>
        <p:sp>
          <p:nvSpPr>
            <p:cNvPr name="TextBox 48" id="48"/>
            <p:cNvSpPr txBox="true"/>
            <p:nvPr/>
          </p:nvSpPr>
          <p:spPr>
            <a:xfrm rot="0">
              <a:off x="4606009" y="7819357"/>
              <a:ext cx="2105731" cy="666750"/>
            </a:xfrm>
            <a:prstGeom prst="rect">
              <a:avLst/>
            </a:prstGeom>
          </p:spPr>
          <p:txBody>
            <a:bodyPr anchor="t" rtlCol="false" tIns="0" lIns="0" bIns="0" rIns="0">
              <a:spAutoFit/>
            </a:bodyPr>
            <a:lstStyle/>
            <a:p>
              <a:pPr algn="ctr">
                <a:lnSpc>
                  <a:spcPts val="4200"/>
                </a:lnSpc>
              </a:pPr>
              <a:r>
                <a:rPr lang="en-US" sz="3000">
                  <a:solidFill>
                    <a:srgbClr val="6D7203"/>
                  </a:solidFill>
                  <a:latin typeface="Fredoka"/>
                  <a:ea typeface="Fredoka"/>
                  <a:cs typeface="Fredoka"/>
                  <a:sym typeface="Fredoka"/>
                </a:rPr>
                <a:t>Evaluasi</a:t>
              </a:r>
            </a:p>
          </p:txBody>
        </p:sp>
        <p:sp>
          <p:nvSpPr>
            <p:cNvPr name="TextBox 49" id="49"/>
            <p:cNvSpPr txBox="true"/>
            <p:nvPr/>
          </p:nvSpPr>
          <p:spPr>
            <a:xfrm rot="0">
              <a:off x="8112085" y="7819357"/>
              <a:ext cx="2851503" cy="666750"/>
            </a:xfrm>
            <a:prstGeom prst="rect">
              <a:avLst/>
            </a:prstGeom>
          </p:spPr>
          <p:txBody>
            <a:bodyPr anchor="t" rtlCol="false" tIns="0" lIns="0" bIns="0" rIns="0">
              <a:spAutoFit/>
            </a:bodyPr>
            <a:lstStyle/>
            <a:p>
              <a:pPr algn="ctr">
                <a:lnSpc>
                  <a:spcPts val="4200"/>
                </a:lnSpc>
              </a:pPr>
              <a:r>
                <a:rPr lang="en-US" sz="3000">
                  <a:solidFill>
                    <a:srgbClr val="6D7203"/>
                  </a:solidFill>
                  <a:latin typeface="Fredoka"/>
                  <a:ea typeface="Fredoka"/>
                  <a:cs typeface="Fredoka"/>
                  <a:sym typeface="Fredoka"/>
                </a:rPr>
                <a:t>Rangkuman</a:t>
              </a:r>
            </a:p>
          </p:txBody>
        </p:sp>
        <p:sp>
          <p:nvSpPr>
            <p:cNvPr name="TextBox 50" id="50"/>
            <p:cNvSpPr txBox="true"/>
            <p:nvPr/>
          </p:nvSpPr>
          <p:spPr>
            <a:xfrm rot="0">
              <a:off x="4967694" y="12647186"/>
              <a:ext cx="1382360" cy="666750"/>
            </a:xfrm>
            <a:prstGeom prst="rect">
              <a:avLst/>
            </a:prstGeom>
          </p:spPr>
          <p:txBody>
            <a:bodyPr anchor="t" rtlCol="false" tIns="0" lIns="0" bIns="0" rIns="0">
              <a:spAutoFit/>
            </a:bodyPr>
            <a:lstStyle/>
            <a:p>
              <a:pPr algn="ctr">
                <a:lnSpc>
                  <a:spcPts val="4200"/>
                </a:lnSpc>
              </a:pPr>
              <a:r>
                <a:rPr lang="en-US" sz="3000">
                  <a:solidFill>
                    <a:srgbClr val="6D7203"/>
                  </a:solidFill>
                  <a:latin typeface="Fredoka"/>
                  <a:ea typeface="Fredoka"/>
                  <a:cs typeface="Fredoka"/>
                  <a:sym typeface="Fredoka"/>
                </a:rPr>
                <a:t>Profil</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72E1A"/>
        </a:solidFill>
      </p:bgPr>
    </p:bg>
    <p:spTree>
      <p:nvGrpSpPr>
        <p:cNvPr id="1" name=""/>
        <p:cNvGrpSpPr/>
        <p:nvPr/>
      </p:nvGrpSpPr>
      <p:grpSpPr>
        <a:xfrm>
          <a:off x="0" y="0"/>
          <a:ext cx="0" cy="0"/>
          <a:chOff x="0" y="0"/>
          <a:chExt cx="0" cy="0"/>
        </a:xfrm>
      </p:grpSpPr>
      <p:sp>
        <p:nvSpPr>
          <p:cNvPr name="Freeform 2" id="2"/>
          <p:cNvSpPr/>
          <p:nvPr/>
        </p:nvSpPr>
        <p:spPr>
          <a:xfrm flipH="false" flipV="false" rot="0">
            <a:off x="7035722" y="0"/>
            <a:ext cx="13105417" cy="18288000"/>
          </a:xfrm>
          <a:custGeom>
            <a:avLst/>
            <a:gdLst/>
            <a:ahLst/>
            <a:cxnLst/>
            <a:rect r="r" b="b" t="t" l="l"/>
            <a:pathLst>
              <a:path h="18288000" w="13105417">
                <a:moveTo>
                  <a:pt x="0" y="0"/>
                </a:moveTo>
                <a:lnTo>
                  <a:pt x="13105417" y="0"/>
                </a:lnTo>
                <a:lnTo>
                  <a:pt x="13105417" y="18288000"/>
                </a:lnTo>
                <a:lnTo>
                  <a:pt x="0" y="18288000"/>
                </a:lnTo>
                <a:lnTo>
                  <a:pt x="0" y="0"/>
                </a:lnTo>
                <a:close/>
              </a:path>
            </a:pathLst>
          </a:custGeom>
          <a:blipFill>
            <a:blip r:embed="rId2">
              <a:alphaModFix amt="5000"/>
            </a:blip>
            <a:stretch>
              <a:fillRect l="0" t="0" r="-39545" b="0"/>
            </a:stretch>
          </a:blipFill>
        </p:spPr>
      </p:sp>
      <p:sp>
        <p:nvSpPr>
          <p:cNvPr name="Freeform 3" id="3"/>
          <p:cNvSpPr/>
          <p:nvPr/>
        </p:nvSpPr>
        <p:spPr>
          <a:xfrm flipH="false" flipV="false" rot="0">
            <a:off x="-10363088" y="0"/>
            <a:ext cx="17404605" cy="18288000"/>
          </a:xfrm>
          <a:custGeom>
            <a:avLst/>
            <a:gdLst/>
            <a:ahLst/>
            <a:cxnLst/>
            <a:rect r="r" b="b" t="t" l="l"/>
            <a:pathLst>
              <a:path h="18288000" w="17404605">
                <a:moveTo>
                  <a:pt x="0" y="0"/>
                </a:moveTo>
                <a:lnTo>
                  <a:pt x="17404605" y="0"/>
                </a:lnTo>
                <a:lnTo>
                  <a:pt x="17404605" y="18288000"/>
                </a:lnTo>
                <a:lnTo>
                  <a:pt x="0" y="18288000"/>
                </a:lnTo>
                <a:lnTo>
                  <a:pt x="0" y="0"/>
                </a:lnTo>
                <a:close/>
              </a:path>
            </a:pathLst>
          </a:custGeom>
          <a:blipFill>
            <a:blip r:embed="rId2">
              <a:alphaModFix amt="5000"/>
            </a:blip>
            <a:stretch>
              <a:fillRect l="-5075" t="0" r="0" b="0"/>
            </a:stretch>
          </a:blipFill>
        </p:spPr>
      </p:sp>
      <p:grpSp>
        <p:nvGrpSpPr>
          <p:cNvPr name="Group 4" id="4"/>
          <p:cNvGrpSpPr/>
          <p:nvPr/>
        </p:nvGrpSpPr>
        <p:grpSpPr>
          <a:xfrm rot="141291">
            <a:off x="58520" y="-2469833"/>
            <a:ext cx="11561027" cy="3086100"/>
            <a:chOff x="0" y="0"/>
            <a:chExt cx="3044879" cy="812800"/>
          </a:xfrm>
        </p:grpSpPr>
        <p:sp>
          <p:nvSpPr>
            <p:cNvPr name="Freeform 5" id="5"/>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7A8803"/>
            </a:solidFill>
          </p:spPr>
        </p:sp>
        <p:sp>
          <p:nvSpPr>
            <p:cNvPr name="TextBox 6" id="6"/>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7" id="7"/>
          <p:cNvGrpSpPr/>
          <p:nvPr/>
        </p:nvGrpSpPr>
        <p:grpSpPr>
          <a:xfrm rot="-141496">
            <a:off x="-1332625" y="-2469491"/>
            <a:ext cx="11561027" cy="3086100"/>
            <a:chOff x="0" y="0"/>
            <a:chExt cx="3044879" cy="812800"/>
          </a:xfrm>
        </p:grpSpPr>
        <p:sp>
          <p:nvSpPr>
            <p:cNvPr name="Freeform 8" id="8"/>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6D7203"/>
            </a:solidFill>
          </p:spPr>
        </p:sp>
        <p:sp>
          <p:nvSpPr>
            <p:cNvPr name="TextBox 9" id="9"/>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0" id="10"/>
          <p:cNvGrpSpPr/>
          <p:nvPr/>
        </p:nvGrpSpPr>
        <p:grpSpPr>
          <a:xfrm rot="130575">
            <a:off x="-241099" y="17477695"/>
            <a:ext cx="11561027" cy="3086100"/>
            <a:chOff x="0" y="0"/>
            <a:chExt cx="3044879" cy="812800"/>
          </a:xfrm>
        </p:grpSpPr>
        <p:sp>
          <p:nvSpPr>
            <p:cNvPr name="Freeform 11" id="11"/>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1E1E1E"/>
            </a:solidFill>
          </p:spPr>
        </p:sp>
        <p:sp>
          <p:nvSpPr>
            <p:cNvPr name="TextBox 12" id="12"/>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3" id="13"/>
          <p:cNvGrpSpPr/>
          <p:nvPr/>
        </p:nvGrpSpPr>
        <p:grpSpPr>
          <a:xfrm rot="-170676">
            <a:off x="69455" y="17477695"/>
            <a:ext cx="11561027" cy="3086100"/>
            <a:chOff x="0" y="0"/>
            <a:chExt cx="3044879" cy="812800"/>
          </a:xfrm>
        </p:grpSpPr>
        <p:sp>
          <p:nvSpPr>
            <p:cNvPr name="Freeform 14" id="14"/>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1E1E1E"/>
            </a:solidFill>
          </p:spPr>
        </p:sp>
        <p:sp>
          <p:nvSpPr>
            <p:cNvPr name="TextBox 15" id="15"/>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6" id="16"/>
          <p:cNvGrpSpPr/>
          <p:nvPr/>
        </p:nvGrpSpPr>
        <p:grpSpPr>
          <a:xfrm rot="0">
            <a:off x="-637013" y="17776558"/>
            <a:ext cx="11561027" cy="2921156"/>
            <a:chOff x="0" y="0"/>
            <a:chExt cx="3044879" cy="769358"/>
          </a:xfrm>
        </p:grpSpPr>
        <p:sp>
          <p:nvSpPr>
            <p:cNvPr name="Freeform 17" id="17"/>
            <p:cNvSpPr/>
            <p:nvPr/>
          </p:nvSpPr>
          <p:spPr>
            <a:xfrm flipH="false" flipV="false" rot="0">
              <a:off x="0" y="0"/>
              <a:ext cx="3044879" cy="769358"/>
            </a:xfrm>
            <a:custGeom>
              <a:avLst/>
              <a:gdLst/>
              <a:ahLst/>
              <a:cxnLst/>
              <a:rect r="r" b="b" t="t" l="l"/>
              <a:pathLst>
                <a:path h="769358" w="3044879">
                  <a:moveTo>
                    <a:pt x="0" y="0"/>
                  </a:moveTo>
                  <a:lnTo>
                    <a:pt x="3044879" y="0"/>
                  </a:lnTo>
                  <a:lnTo>
                    <a:pt x="3044879" y="769358"/>
                  </a:lnTo>
                  <a:lnTo>
                    <a:pt x="0" y="769358"/>
                  </a:lnTo>
                  <a:close/>
                </a:path>
              </a:pathLst>
            </a:custGeom>
            <a:solidFill>
              <a:srgbClr val="8C8C8C"/>
            </a:solidFill>
          </p:spPr>
        </p:sp>
        <p:sp>
          <p:nvSpPr>
            <p:cNvPr name="TextBox 18" id="18"/>
            <p:cNvSpPr txBox="true"/>
            <p:nvPr/>
          </p:nvSpPr>
          <p:spPr>
            <a:xfrm>
              <a:off x="0" y="-9525"/>
              <a:ext cx="3044879" cy="778883"/>
            </a:xfrm>
            <a:prstGeom prst="rect">
              <a:avLst/>
            </a:prstGeom>
          </p:spPr>
          <p:txBody>
            <a:bodyPr anchor="ctr" rtlCol="false" tIns="50800" lIns="50800" bIns="50800" rIns="50800"/>
            <a:lstStyle/>
            <a:p>
              <a:pPr algn="ctr">
                <a:lnSpc>
                  <a:spcPts val="2700"/>
                </a:lnSpc>
              </a:pPr>
            </a:p>
          </p:txBody>
        </p:sp>
      </p:grpSp>
      <p:grpSp>
        <p:nvGrpSpPr>
          <p:cNvPr name="Group 19" id="19"/>
          <p:cNvGrpSpPr/>
          <p:nvPr/>
        </p:nvGrpSpPr>
        <p:grpSpPr>
          <a:xfrm rot="0">
            <a:off x="1762877" y="3184677"/>
            <a:ext cx="6761246" cy="947031"/>
            <a:chOff x="0" y="0"/>
            <a:chExt cx="4325549" cy="605865"/>
          </a:xfrm>
        </p:grpSpPr>
        <p:sp>
          <p:nvSpPr>
            <p:cNvPr name="Freeform 20" id="20"/>
            <p:cNvSpPr/>
            <p:nvPr/>
          </p:nvSpPr>
          <p:spPr>
            <a:xfrm flipH="false" flipV="false" rot="0">
              <a:off x="0" y="0"/>
              <a:ext cx="4325549" cy="605865"/>
            </a:xfrm>
            <a:custGeom>
              <a:avLst/>
              <a:gdLst/>
              <a:ahLst/>
              <a:cxnLst/>
              <a:rect r="r" b="b" t="t" l="l"/>
              <a:pathLst>
                <a:path h="605865" w="4325549">
                  <a:moveTo>
                    <a:pt x="4325549" y="114504"/>
                  </a:moveTo>
                  <a:lnTo>
                    <a:pt x="4325549" y="491360"/>
                  </a:lnTo>
                  <a:cubicBezTo>
                    <a:pt x="4325549" y="554599"/>
                    <a:pt x="4274283" y="605865"/>
                    <a:pt x="4211045" y="605865"/>
                  </a:cubicBezTo>
                  <a:lnTo>
                    <a:pt x="114504" y="605865"/>
                  </a:lnTo>
                  <a:cubicBezTo>
                    <a:pt x="84136" y="605865"/>
                    <a:pt x="55011" y="593801"/>
                    <a:pt x="33538" y="572327"/>
                  </a:cubicBezTo>
                  <a:cubicBezTo>
                    <a:pt x="12064" y="550853"/>
                    <a:pt x="0" y="521729"/>
                    <a:pt x="0" y="491360"/>
                  </a:cubicBezTo>
                  <a:lnTo>
                    <a:pt x="0" y="114504"/>
                  </a:lnTo>
                  <a:cubicBezTo>
                    <a:pt x="0" y="84136"/>
                    <a:pt x="12064" y="55011"/>
                    <a:pt x="33538" y="33538"/>
                  </a:cubicBezTo>
                  <a:cubicBezTo>
                    <a:pt x="55011" y="12064"/>
                    <a:pt x="84136" y="0"/>
                    <a:pt x="114504" y="0"/>
                  </a:cubicBezTo>
                  <a:lnTo>
                    <a:pt x="4211045" y="0"/>
                  </a:lnTo>
                  <a:cubicBezTo>
                    <a:pt x="4241413" y="0"/>
                    <a:pt x="4270537" y="12064"/>
                    <a:pt x="4292011" y="33538"/>
                  </a:cubicBezTo>
                  <a:cubicBezTo>
                    <a:pt x="4313485" y="55011"/>
                    <a:pt x="4325549" y="84136"/>
                    <a:pt x="4325549" y="114504"/>
                  </a:cubicBezTo>
                  <a:close/>
                </a:path>
              </a:pathLst>
            </a:custGeom>
            <a:solidFill>
              <a:srgbClr val="7A8803"/>
            </a:solidFill>
            <a:ln w="57150" cap="rnd">
              <a:solidFill>
                <a:srgbClr val="848683"/>
              </a:solidFill>
              <a:prstDash val="solid"/>
              <a:round/>
            </a:ln>
          </p:spPr>
        </p:sp>
        <p:sp>
          <p:nvSpPr>
            <p:cNvPr name="TextBox 21" id="21"/>
            <p:cNvSpPr txBox="true"/>
            <p:nvPr/>
          </p:nvSpPr>
          <p:spPr>
            <a:xfrm>
              <a:off x="0" y="-57150"/>
              <a:ext cx="4325549" cy="663015"/>
            </a:xfrm>
            <a:prstGeom prst="rect">
              <a:avLst/>
            </a:prstGeom>
          </p:spPr>
          <p:txBody>
            <a:bodyPr anchor="ctr" rtlCol="false" tIns="28575" lIns="28575" bIns="28575" rIns="28575"/>
            <a:lstStyle/>
            <a:p>
              <a:pPr algn="ctr">
                <a:lnSpc>
                  <a:spcPts val="4296"/>
                </a:lnSpc>
                <a:spcBef>
                  <a:spcPct val="0"/>
                </a:spcBef>
              </a:pPr>
              <a:r>
                <a:rPr lang="en-US" sz="3068">
                  <a:solidFill>
                    <a:srgbClr val="FFFFFF"/>
                  </a:solidFill>
                  <a:latin typeface="Fredoka"/>
                  <a:ea typeface="Fredoka"/>
                  <a:cs typeface="Fredoka"/>
                  <a:sym typeface="Fredoka"/>
                </a:rPr>
                <a:t>Petunjuk Penggunaan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72E1A"/>
        </a:solidFill>
      </p:bgPr>
    </p:bg>
    <p:spTree>
      <p:nvGrpSpPr>
        <p:cNvPr id="1" name=""/>
        <p:cNvGrpSpPr/>
        <p:nvPr/>
      </p:nvGrpSpPr>
      <p:grpSpPr>
        <a:xfrm>
          <a:off x="0" y="0"/>
          <a:ext cx="0" cy="0"/>
          <a:chOff x="0" y="0"/>
          <a:chExt cx="0" cy="0"/>
        </a:xfrm>
      </p:grpSpPr>
      <p:sp>
        <p:nvSpPr>
          <p:cNvPr name="Freeform 2" id="2"/>
          <p:cNvSpPr/>
          <p:nvPr/>
        </p:nvSpPr>
        <p:spPr>
          <a:xfrm flipH="false" flipV="false" rot="0">
            <a:off x="7035722" y="0"/>
            <a:ext cx="13105417" cy="18288000"/>
          </a:xfrm>
          <a:custGeom>
            <a:avLst/>
            <a:gdLst/>
            <a:ahLst/>
            <a:cxnLst/>
            <a:rect r="r" b="b" t="t" l="l"/>
            <a:pathLst>
              <a:path h="18288000" w="13105417">
                <a:moveTo>
                  <a:pt x="0" y="0"/>
                </a:moveTo>
                <a:lnTo>
                  <a:pt x="13105417" y="0"/>
                </a:lnTo>
                <a:lnTo>
                  <a:pt x="13105417" y="18288000"/>
                </a:lnTo>
                <a:lnTo>
                  <a:pt x="0" y="18288000"/>
                </a:lnTo>
                <a:lnTo>
                  <a:pt x="0" y="0"/>
                </a:lnTo>
                <a:close/>
              </a:path>
            </a:pathLst>
          </a:custGeom>
          <a:blipFill>
            <a:blip r:embed="rId2">
              <a:alphaModFix amt="5000"/>
            </a:blip>
            <a:stretch>
              <a:fillRect l="0" t="0" r="-39545" b="0"/>
            </a:stretch>
          </a:blipFill>
        </p:spPr>
      </p:sp>
      <p:sp>
        <p:nvSpPr>
          <p:cNvPr name="Freeform 3" id="3"/>
          <p:cNvSpPr/>
          <p:nvPr/>
        </p:nvSpPr>
        <p:spPr>
          <a:xfrm flipH="false" flipV="false" rot="0">
            <a:off x="-10363088" y="0"/>
            <a:ext cx="17404605" cy="18288000"/>
          </a:xfrm>
          <a:custGeom>
            <a:avLst/>
            <a:gdLst/>
            <a:ahLst/>
            <a:cxnLst/>
            <a:rect r="r" b="b" t="t" l="l"/>
            <a:pathLst>
              <a:path h="18288000" w="17404605">
                <a:moveTo>
                  <a:pt x="0" y="0"/>
                </a:moveTo>
                <a:lnTo>
                  <a:pt x="17404605" y="0"/>
                </a:lnTo>
                <a:lnTo>
                  <a:pt x="17404605" y="18288000"/>
                </a:lnTo>
                <a:lnTo>
                  <a:pt x="0" y="18288000"/>
                </a:lnTo>
                <a:lnTo>
                  <a:pt x="0" y="0"/>
                </a:lnTo>
                <a:close/>
              </a:path>
            </a:pathLst>
          </a:custGeom>
          <a:blipFill>
            <a:blip r:embed="rId2">
              <a:alphaModFix amt="5000"/>
            </a:blip>
            <a:stretch>
              <a:fillRect l="-5075" t="0" r="0" b="0"/>
            </a:stretch>
          </a:blipFill>
        </p:spPr>
      </p:sp>
      <p:grpSp>
        <p:nvGrpSpPr>
          <p:cNvPr name="Group 4" id="4"/>
          <p:cNvGrpSpPr/>
          <p:nvPr/>
        </p:nvGrpSpPr>
        <p:grpSpPr>
          <a:xfrm rot="141291">
            <a:off x="246889" y="-2737063"/>
            <a:ext cx="11561027" cy="3086100"/>
            <a:chOff x="0" y="0"/>
            <a:chExt cx="3044879" cy="812800"/>
          </a:xfrm>
        </p:grpSpPr>
        <p:sp>
          <p:nvSpPr>
            <p:cNvPr name="Freeform 5" id="5"/>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7A8803"/>
            </a:solidFill>
          </p:spPr>
        </p:sp>
        <p:sp>
          <p:nvSpPr>
            <p:cNvPr name="TextBox 6" id="6"/>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7" id="7"/>
          <p:cNvGrpSpPr/>
          <p:nvPr/>
        </p:nvGrpSpPr>
        <p:grpSpPr>
          <a:xfrm rot="-141496">
            <a:off x="-1332625" y="-2737404"/>
            <a:ext cx="11561027" cy="3086100"/>
            <a:chOff x="0" y="0"/>
            <a:chExt cx="3044879" cy="812800"/>
          </a:xfrm>
        </p:grpSpPr>
        <p:sp>
          <p:nvSpPr>
            <p:cNvPr name="Freeform 8" id="8"/>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6D7203"/>
            </a:solidFill>
          </p:spPr>
        </p:sp>
        <p:sp>
          <p:nvSpPr>
            <p:cNvPr name="TextBox 9" id="9"/>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0" id="10"/>
          <p:cNvGrpSpPr/>
          <p:nvPr/>
        </p:nvGrpSpPr>
        <p:grpSpPr>
          <a:xfrm rot="130575">
            <a:off x="-241099" y="17477695"/>
            <a:ext cx="11561027" cy="3086100"/>
            <a:chOff x="0" y="0"/>
            <a:chExt cx="3044879" cy="812800"/>
          </a:xfrm>
        </p:grpSpPr>
        <p:sp>
          <p:nvSpPr>
            <p:cNvPr name="Freeform 11" id="11"/>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1E1E1E"/>
            </a:solidFill>
          </p:spPr>
        </p:sp>
        <p:sp>
          <p:nvSpPr>
            <p:cNvPr name="TextBox 12" id="12"/>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3" id="13"/>
          <p:cNvGrpSpPr/>
          <p:nvPr/>
        </p:nvGrpSpPr>
        <p:grpSpPr>
          <a:xfrm rot="-170676">
            <a:off x="69455" y="17477695"/>
            <a:ext cx="11561027" cy="3086100"/>
            <a:chOff x="0" y="0"/>
            <a:chExt cx="3044879" cy="812800"/>
          </a:xfrm>
        </p:grpSpPr>
        <p:sp>
          <p:nvSpPr>
            <p:cNvPr name="Freeform 14" id="14"/>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1E1E1E"/>
            </a:solidFill>
          </p:spPr>
        </p:sp>
        <p:sp>
          <p:nvSpPr>
            <p:cNvPr name="TextBox 15" id="15"/>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6" id="16"/>
          <p:cNvGrpSpPr/>
          <p:nvPr/>
        </p:nvGrpSpPr>
        <p:grpSpPr>
          <a:xfrm rot="0">
            <a:off x="-637013" y="17776558"/>
            <a:ext cx="11561027" cy="2921156"/>
            <a:chOff x="0" y="0"/>
            <a:chExt cx="3044879" cy="769358"/>
          </a:xfrm>
        </p:grpSpPr>
        <p:sp>
          <p:nvSpPr>
            <p:cNvPr name="Freeform 17" id="17"/>
            <p:cNvSpPr/>
            <p:nvPr/>
          </p:nvSpPr>
          <p:spPr>
            <a:xfrm flipH="false" flipV="false" rot="0">
              <a:off x="0" y="0"/>
              <a:ext cx="3044879" cy="769358"/>
            </a:xfrm>
            <a:custGeom>
              <a:avLst/>
              <a:gdLst/>
              <a:ahLst/>
              <a:cxnLst/>
              <a:rect r="r" b="b" t="t" l="l"/>
              <a:pathLst>
                <a:path h="769358" w="3044879">
                  <a:moveTo>
                    <a:pt x="0" y="0"/>
                  </a:moveTo>
                  <a:lnTo>
                    <a:pt x="3044879" y="0"/>
                  </a:lnTo>
                  <a:lnTo>
                    <a:pt x="3044879" y="769358"/>
                  </a:lnTo>
                  <a:lnTo>
                    <a:pt x="0" y="769358"/>
                  </a:lnTo>
                  <a:close/>
                </a:path>
              </a:pathLst>
            </a:custGeom>
            <a:solidFill>
              <a:srgbClr val="8C8C8C"/>
            </a:solidFill>
          </p:spPr>
        </p:sp>
        <p:sp>
          <p:nvSpPr>
            <p:cNvPr name="TextBox 18" id="18"/>
            <p:cNvSpPr txBox="true"/>
            <p:nvPr/>
          </p:nvSpPr>
          <p:spPr>
            <a:xfrm>
              <a:off x="0" y="-9525"/>
              <a:ext cx="3044879" cy="778883"/>
            </a:xfrm>
            <a:prstGeom prst="rect">
              <a:avLst/>
            </a:prstGeom>
          </p:spPr>
          <p:txBody>
            <a:bodyPr anchor="ctr" rtlCol="false" tIns="50800" lIns="50800" bIns="50800" rIns="50800"/>
            <a:lstStyle/>
            <a:p>
              <a:pPr algn="ctr">
                <a:lnSpc>
                  <a:spcPts val="2700"/>
                </a:lnSpc>
              </a:pPr>
            </a:p>
          </p:txBody>
        </p:sp>
      </p:grpSp>
      <p:grpSp>
        <p:nvGrpSpPr>
          <p:cNvPr name="Group 19" id="19"/>
          <p:cNvGrpSpPr/>
          <p:nvPr/>
        </p:nvGrpSpPr>
        <p:grpSpPr>
          <a:xfrm rot="0">
            <a:off x="2400831" y="2135888"/>
            <a:ext cx="5485339" cy="947031"/>
            <a:chOff x="0" y="0"/>
            <a:chExt cx="3509279" cy="605865"/>
          </a:xfrm>
        </p:grpSpPr>
        <p:sp>
          <p:nvSpPr>
            <p:cNvPr name="Freeform 20" id="20"/>
            <p:cNvSpPr/>
            <p:nvPr/>
          </p:nvSpPr>
          <p:spPr>
            <a:xfrm flipH="false" flipV="false" rot="0">
              <a:off x="0" y="0"/>
              <a:ext cx="3509280" cy="605865"/>
            </a:xfrm>
            <a:custGeom>
              <a:avLst/>
              <a:gdLst/>
              <a:ahLst/>
              <a:cxnLst/>
              <a:rect r="r" b="b" t="t" l="l"/>
              <a:pathLst>
                <a:path h="605865" w="3509280">
                  <a:moveTo>
                    <a:pt x="3509280" y="141138"/>
                  </a:moveTo>
                  <a:lnTo>
                    <a:pt x="3509280" y="464726"/>
                  </a:lnTo>
                  <a:cubicBezTo>
                    <a:pt x="3509280" y="542675"/>
                    <a:pt x="3446090" y="605865"/>
                    <a:pt x="3368141" y="605865"/>
                  </a:cubicBezTo>
                  <a:lnTo>
                    <a:pt x="141138" y="605865"/>
                  </a:lnTo>
                  <a:cubicBezTo>
                    <a:pt x="103706" y="605865"/>
                    <a:pt x="67807" y="590995"/>
                    <a:pt x="41338" y="564526"/>
                  </a:cubicBezTo>
                  <a:cubicBezTo>
                    <a:pt x="14870" y="538058"/>
                    <a:pt x="0" y="502158"/>
                    <a:pt x="0" y="464726"/>
                  </a:cubicBezTo>
                  <a:lnTo>
                    <a:pt x="0" y="141138"/>
                  </a:lnTo>
                  <a:cubicBezTo>
                    <a:pt x="0" y="103706"/>
                    <a:pt x="14870" y="67807"/>
                    <a:pt x="41338" y="41338"/>
                  </a:cubicBezTo>
                  <a:cubicBezTo>
                    <a:pt x="67807" y="14870"/>
                    <a:pt x="103706" y="0"/>
                    <a:pt x="141138" y="0"/>
                  </a:cubicBezTo>
                  <a:lnTo>
                    <a:pt x="3368141" y="0"/>
                  </a:lnTo>
                  <a:cubicBezTo>
                    <a:pt x="3405574" y="0"/>
                    <a:pt x="3441472" y="14870"/>
                    <a:pt x="3467941" y="41338"/>
                  </a:cubicBezTo>
                  <a:cubicBezTo>
                    <a:pt x="3494410" y="67807"/>
                    <a:pt x="3509280" y="103706"/>
                    <a:pt x="3509280" y="141138"/>
                  </a:cubicBezTo>
                  <a:close/>
                </a:path>
              </a:pathLst>
            </a:custGeom>
            <a:solidFill>
              <a:srgbClr val="7A8803"/>
            </a:solidFill>
            <a:ln w="57150" cap="rnd">
              <a:solidFill>
                <a:srgbClr val="848683"/>
              </a:solidFill>
              <a:prstDash val="solid"/>
              <a:round/>
            </a:ln>
          </p:spPr>
        </p:sp>
        <p:sp>
          <p:nvSpPr>
            <p:cNvPr name="TextBox 21" id="21"/>
            <p:cNvSpPr txBox="true"/>
            <p:nvPr/>
          </p:nvSpPr>
          <p:spPr>
            <a:xfrm>
              <a:off x="0" y="-57150"/>
              <a:ext cx="3509279" cy="663015"/>
            </a:xfrm>
            <a:prstGeom prst="rect">
              <a:avLst/>
            </a:prstGeom>
          </p:spPr>
          <p:txBody>
            <a:bodyPr anchor="ctr" rtlCol="false" tIns="28575" lIns="28575" bIns="28575" rIns="28575"/>
            <a:lstStyle/>
            <a:p>
              <a:pPr algn="ctr">
                <a:lnSpc>
                  <a:spcPts val="4296"/>
                </a:lnSpc>
                <a:spcBef>
                  <a:spcPct val="0"/>
                </a:spcBef>
              </a:pPr>
              <a:r>
                <a:rPr lang="en-US" sz="3068">
                  <a:solidFill>
                    <a:srgbClr val="FFFFFF"/>
                  </a:solidFill>
                  <a:latin typeface="Fredoka"/>
                  <a:ea typeface="Fredoka"/>
                  <a:cs typeface="Fredoka"/>
                  <a:sym typeface="Fredoka"/>
                </a:rPr>
                <a:t>Tujuan Pembelajaran</a:t>
              </a:r>
            </a:p>
          </p:txBody>
        </p:sp>
      </p:grpSp>
      <p:grpSp>
        <p:nvGrpSpPr>
          <p:cNvPr name="Group 22" id="22"/>
          <p:cNvGrpSpPr/>
          <p:nvPr/>
        </p:nvGrpSpPr>
        <p:grpSpPr>
          <a:xfrm rot="0">
            <a:off x="710502" y="4222807"/>
            <a:ext cx="8865996" cy="8996943"/>
            <a:chOff x="0" y="0"/>
            <a:chExt cx="11821328" cy="11995924"/>
          </a:xfrm>
        </p:grpSpPr>
        <p:grpSp>
          <p:nvGrpSpPr>
            <p:cNvPr name="Group 23" id="23"/>
            <p:cNvGrpSpPr/>
            <p:nvPr/>
          </p:nvGrpSpPr>
          <p:grpSpPr>
            <a:xfrm rot="0">
              <a:off x="0" y="0"/>
              <a:ext cx="11821328" cy="11995924"/>
              <a:chOff x="0" y="0"/>
              <a:chExt cx="3839591" cy="3896271"/>
            </a:xfrm>
          </p:grpSpPr>
          <p:sp>
            <p:nvSpPr>
              <p:cNvPr name="Freeform 24" id="24"/>
              <p:cNvSpPr/>
              <p:nvPr/>
            </p:nvSpPr>
            <p:spPr>
              <a:xfrm flipH="false" flipV="false" rot="0">
                <a:off x="0" y="0"/>
                <a:ext cx="3839591" cy="3896271"/>
              </a:xfrm>
              <a:custGeom>
                <a:avLst/>
                <a:gdLst/>
                <a:ahLst/>
                <a:cxnLst/>
                <a:rect r="r" b="b" t="t" l="l"/>
                <a:pathLst>
                  <a:path h="3896271" w="3839591">
                    <a:moveTo>
                      <a:pt x="3839591" y="55886"/>
                    </a:moveTo>
                    <a:lnTo>
                      <a:pt x="3839591" y="3840385"/>
                    </a:lnTo>
                    <a:cubicBezTo>
                      <a:pt x="3839591" y="3855207"/>
                      <a:pt x="3833703" y="3869422"/>
                      <a:pt x="3823222" y="3879903"/>
                    </a:cubicBezTo>
                    <a:cubicBezTo>
                      <a:pt x="3812742" y="3890383"/>
                      <a:pt x="3798527" y="3896271"/>
                      <a:pt x="3783705" y="3896271"/>
                    </a:cubicBezTo>
                    <a:lnTo>
                      <a:pt x="55886" y="3896271"/>
                    </a:lnTo>
                    <a:cubicBezTo>
                      <a:pt x="41064" y="3896271"/>
                      <a:pt x="26849" y="3890383"/>
                      <a:pt x="16369" y="3879903"/>
                    </a:cubicBezTo>
                    <a:cubicBezTo>
                      <a:pt x="5888" y="3869422"/>
                      <a:pt x="0" y="3855207"/>
                      <a:pt x="0" y="3840385"/>
                    </a:cubicBezTo>
                    <a:lnTo>
                      <a:pt x="0" y="55886"/>
                    </a:lnTo>
                    <a:cubicBezTo>
                      <a:pt x="0" y="41064"/>
                      <a:pt x="5888" y="26849"/>
                      <a:pt x="16369" y="16369"/>
                    </a:cubicBezTo>
                    <a:cubicBezTo>
                      <a:pt x="26849" y="5888"/>
                      <a:pt x="41064" y="0"/>
                      <a:pt x="55886" y="0"/>
                    </a:cubicBezTo>
                    <a:lnTo>
                      <a:pt x="3783705" y="0"/>
                    </a:lnTo>
                    <a:cubicBezTo>
                      <a:pt x="3798527" y="0"/>
                      <a:pt x="3812742" y="5888"/>
                      <a:pt x="3823222" y="16369"/>
                    </a:cubicBezTo>
                    <a:cubicBezTo>
                      <a:pt x="3833703" y="26849"/>
                      <a:pt x="3839591" y="41064"/>
                      <a:pt x="3839591" y="55886"/>
                    </a:cubicBezTo>
                    <a:close/>
                  </a:path>
                </a:pathLst>
              </a:custGeom>
              <a:solidFill>
                <a:srgbClr val="FFF3D6"/>
              </a:solidFill>
              <a:ln w="66675" cap="rnd">
                <a:solidFill>
                  <a:srgbClr val="000000"/>
                </a:solidFill>
                <a:prstDash val="solid"/>
                <a:round/>
              </a:ln>
            </p:spPr>
          </p:sp>
          <p:sp>
            <p:nvSpPr>
              <p:cNvPr name="TextBox 25" id="25"/>
              <p:cNvSpPr txBox="true"/>
              <p:nvPr/>
            </p:nvSpPr>
            <p:spPr>
              <a:xfrm>
                <a:off x="0" y="-9525"/>
                <a:ext cx="3839591" cy="3905796"/>
              </a:xfrm>
              <a:prstGeom prst="rect">
                <a:avLst/>
              </a:prstGeom>
            </p:spPr>
            <p:txBody>
              <a:bodyPr anchor="ctr" rtlCol="false" tIns="28575" lIns="28575" bIns="28575" rIns="28575"/>
              <a:lstStyle/>
              <a:p>
                <a:pPr algn="ctr">
                  <a:lnSpc>
                    <a:spcPts val="1496"/>
                  </a:lnSpc>
                  <a:spcBef>
                    <a:spcPct val="0"/>
                  </a:spcBef>
                </a:pPr>
              </a:p>
            </p:txBody>
          </p:sp>
        </p:grpSp>
        <p:grpSp>
          <p:nvGrpSpPr>
            <p:cNvPr name="Group 26" id="26"/>
            <p:cNvGrpSpPr/>
            <p:nvPr/>
          </p:nvGrpSpPr>
          <p:grpSpPr>
            <a:xfrm rot="0">
              <a:off x="897974" y="1169836"/>
              <a:ext cx="10025381" cy="1598040"/>
              <a:chOff x="0" y="0"/>
              <a:chExt cx="5500118" cy="876710"/>
            </a:xfrm>
          </p:grpSpPr>
          <p:sp>
            <p:nvSpPr>
              <p:cNvPr name="Freeform 27" id="27"/>
              <p:cNvSpPr/>
              <p:nvPr/>
            </p:nvSpPr>
            <p:spPr>
              <a:xfrm flipH="false" flipV="false" rot="0">
                <a:off x="0" y="0"/>
                <a:ext cx="5500118" cy="876710"/>
              </a:xfrm>
              <a:custGeom>
                <a:avLst/>
                <a:gdLst/>
                <a:ahLst/>
                <a:cxnLst/>
                <a:rect r="r" b="b" t="t" l="l"/>
                <a:pathLst>
                  <a:path h="876710" w="5500118">
                    <a:moveTo>
                      <a:pt x="5500118" y="15445"/>
                    </a:moveTo>
                    <a:lnTo>
                      <a:pt x="5500118" y="861265"/>
                    </a:lnTo>
                    <a:cubicBezTo>
                      <a:pt x="5500118" y="869795"/>
                      <a:pt x="5493203" y="876710"/>
                      <a:pt x="5484673" y="876710"/>
                    </a:cubicBezTo>
                    <a:lnTo>
                      <a:pt x="15445" y="876710"/>
                    </a:lnTo>
                    <a:cubicBezTo>
                      <a:pt x="11348" y="876710"/>
                      <a:pt x="7420" y="875082"/>
                      <a:pt x="4524" y="872186"/>
                    </a:cubicBezTo>
                    <a:cubicBezTo>
                      <a:pt x="1627" y="869289"/>
                      <a:pt x="0" y="865361"/>
                      <a:pt x="0" y="861265"/>
                    </a:cubicBezTo>
                    <a:lnTo>
                      <a:pt x="0" y="15445"/>
                    </a:lnTo>
                    <a:cubicBezTo>
                      <a:pt x="0" y="6915"/>
                      <a:pt x="6915" y="0"/>
                      <a:pt x="15445" y="0"/>
                    </a:cubicBezTo>
                    <a:lnTo>
                      <a:pt x="5484673" y="0"/>
                    </a:lnTo>
                    <a:cubicBezTo>
                      <a:pt x="5488770" y="0"/>
                      <a:pt x="5492698" y="1627"/>
                      <a:pt x="5495594" y="4524"/>
                    </a:cubicBezTo>
                    <a:cubicBezTo>
                      <a:pt x="5498491" y="7420"/>
                      <a:pt x="5500118" y="11348"/>
                      <a:pt x="5500118" y="15445"/>
                    </a:cubicBezTo>
                    <a:close/>
                  </a:path>
                </a:pathLst>
              </a:custGeom>
              <a:solidFill>
                <a:srgbClr val="FFFFFF"/>
              </a:solidFill>
              <a:ln w="38100" cap="sq">
                <a:solidFill>
                  <a:srgbClr val="000000"/>
                </a:solidFill>
                <a:prstDash val="solid"/>
                <a:miter/>
              </a:ln>
            </p:spPr>
          </p:sp>
          <p:sp>
            <p:nvSpPr>
              <p:cNvPr name="TextBox 28" id="28"/>
              <p:cNvSpPr txBox="true"/>
              <p:nvPr/>
            </p:nvSpPr>
            <p:spPr>
              <a:xfrm>
                <a:off x="0" y="-9525"/>
                <a:ext cx="5500118" cy="886235"/>
              </a:xfrm>
              <a:prstGeom prst="rect">
                <a:avLst/>
              </a:prstGeom>
            </p:spPr>
            <p:txBody>
              <a:bodyPr anchor="ctr" rtlCol="false" tIns="28575" lIns="28575" bIns="28575" rIns="28575"/>
              <a:lstStyle/>
              <a:p>
                <a:pPr algn="ctr">
                  <a:lnSpc>
                    <a:spcPts val="1496"/>
                  </a:lnSpc>
                  <a:spcBef>
                    <a:spcPct val="0"/>
                  </a:spcBef>
                </a:pPr>
              </a:p>
            </p:txBody>
          </p:sp>
        </p:grpSp>
        <p:grpSp>
          <p:nvGrpSpPr>
            <p:cNvPr name="Group 29" id="29"/>
            <p:cNvGrpSpPr/>
            <p:nvPr/>
          </p:nvGrpSpPr>
          <p:grpSpPr>
            <a:xfrm rot="0">
              <a:off x="897974" y="3220291"/>
              <a:ext cx="10025381" cy="1598040"/>
              <a:chOff x="0" y="0"/>
              <a:chExt cx="5500118" cy="876710"/>
            </a:xfrm>
          </p:grpSpPr>
          <p:sp>
            <p:nvSpPr>
              <p:cNvPr name="Freeform 30" id="30"/>
              <p:cNvSpPr/>
              <p:nvPr/>
            </p:nvSpPr>
            <p:spPr>
              <a:xfrm flipH="false" flipV="false" rot="0">
                <a:off x="0" y="0"/>
                <a:ext cx="5500118" cy="876710"/>
              </a:xfrm>
              <a:custGeom>
                <a:avLst/>
                <a:gdLst/>
                <a:ahLst/>
                <a:cxnLst/>
                <a:rect r="r" b="b" t="t" l="l"/>
                <a:pathLst>
                  <a:path h="876710" w="5500118">
                    <a:moveTo>
                      <a:pt x="5500118" y="15445"/>
                    </a:moveTo>
                    <a:lnTo>
                      <a:pt x="5500118" y="861265"/>
                    </a:lnTo>
                    <a:cubicBezTo>
                      <a:pt x="5500118" y="869795"/>
                      <a:pt x="5493203" y="876710"/>
                      <a:pt x="5484673" y="876710"/>
                    </a:cubicBezTo>
                    <a:lnTo>
                      <a:pt x="15445" y="876710"/>
                    </a:lnTo>
                    <a:cubicBezTo>
                      <a:pt x="11348" y="876710"/>
                      <a:pt x="7420" y="875082"/>
                      <a:pt x="4524" y="872186"/>
                    </a:cubicBezTo>
                    <a:cubicBezTo>
                      <a:pt x="1627" y="869289"/>
                      <a:pt x="0" y="865361"/>
                      <a:pt x="0" y="861265"/>
                    </a:cubicBezTo>
                    <a:lnTo>
                      <a:pt x="0" y="15445"/>
                    </a:lnTo>
                    <a:cubicBezTo>
                      <a:pt x="0" y="6915"/>
                      <a:pt x="6915" y="0"/>
                      <a:pt x="15445" y="0"/>
                    </a:cubicBezTo>
                    <a:lnTo>
                      <a:pt x="5484673" y="0"/>
                    </a:lnTo>
                    <a:cubicBezTo>
                      <a:pt x="5488770" y="0"/>
                      <a:pt x="5492698" y="1627"/>
                      <a:pt x="5495594" y="4524"/>
                    </a:cubicBezTo>
                    <a:cubicBezTo>
                      <a:pt x="5498491" y="7420"/>
                      <a:pt x="5500118" y="11348"/>
                      <a:pt x="5500118" y="15445"/>
                    </a:cubicBezTo>
                    <a:close/>
                  </a:path>
                </a:pathLst>
              </a:custGeom>
              <a:solidFill>
                <a:srgbClr val="FFFFFF"/>
              </a:solidFill>
              <a:ln w="38100" cap="sq">
                <a:solidFill>
                  <a:srgbClr val="000000"/>
                </a:solidFill>
                <a:prstDash val="solid"/>
                <a:miter/>
              </a:ln>
            </p:spPr>
          </p:sp>
          <p:sp>
            <p:nvSpPr>
              <p:cNvPr name="TextBox 31" id="31"/>
              <p:cNvSpPr txBox="true"/>
              <p:nvPr/>
            </p:nvSpPr>
            <p:spPr>
              <a:xfrm>
                <a:off x="0" y="-9525"/>
                <a:ext cx="5500118" cy="886235"/>
              </a:xfrm>
              <a:prstGeom prst="rect">
                <a:avLst/>
              </a:prstGeom>
            </p:spPr>
            <p:txBody>
              <a:bodyPr anchor="ctr" rtlCol="false" tIns="28575" lIns="28575" bIns="28575" rIns="28575"/>
              <a:lstStyle/>
              <a:p>
                <a:pPr algn="ctr">
                  <a:lnSpc>
                    <a:spcPts val="1496"/>
                  </a:lnSpc>
                  <a:spcBef>
                    <a:spcPct val="0"/>
                  </a:spcBef>
                </a:pPr>
              </a:p>
            </p:txBody>
          </p:sp>
        </p:grpSp>
        <p:grpSp>
          <p:nvGrpSpPr>
            <p:cNvPr name="Group 32" id="32"/>
            <p:cNvGrpSpPr/>
            <p:nvPr/>
          </p:nvGrpSpPr>
          <p:grpSpPr>
            <a:xfrm rot="0">
              <a:off x="897974" y="5274528"/>
              <a:ext cx="10025381" cy="1598040"/>
              <a:chOff x="0" y="0"/>
              <a:chExt cx="5500118" cy="876710"/>
            </a:xfrm>
          </p:grpSpPr>
          <p:sp>
            <p:nvSpPr>
              <p:cNvPr name="Freeform 33" id="33"/>
              <p:cNvSpPr/>
              <p:nvPr/>
            </p:nvSpPr>
            <p:spPr>
              <a:xfrm flipH="false" flipV="false" rot="0">
                <a:off x="0" y="0"/>
                <a:ext cx="5500118" cy="876710"/>
              </a:xfrm>
              <a:custGeom>
                <a:avLst/>
                <a:gdLst/>
                <a:ahLst/>
                <a:cxnLst/>
                <a:rect r="r" b="b" t="t" l="l"/>
                <a:pathLst>
                  <a:path h="876710" w="5500118">
                    <a:moveTo>
                      <a:pt x="5500118" y="15445"/>
                    </a:moveTo>
                    <a:lnTo>
                      <a:pt x="5500118" y="861265"/>
                    </a:lnTo>
                    <a:cubicBezTo>
                      <a:pt x="5500118" y="869795"/>
                      <a:pt x="5493203" y="876710"/>
                      <a:pt x="5484673" y="876710"/>
                    </a:cubicBezTo>
                    <a:lnTo>
                      <a:pt x="15445" y="876710"/>
                    </a:lnTo>
                    <a:cubicBezTo>
                      <a:pt x="11348" y="876710"/>
                      <a:pt x="7420" y="875082"/>
                      <a:pt x="4524" y="872186"/>
                    </a:cubicBezTo>
                    <a:cubicBezTo>
                      <a:pt x="1627" y="869289"/>
                      <a:pt x="0" y="865361"/>
                      <a:pt x="0" y="861265"/>
                    </a:cubicBezTo>
                    <a:lnTo>
                      <a:pt x="0" y="15445"/>
                    </a:lnTo>
                    <a:cubicBezTo>
                      <a:pt x="0" y="6915"/>
                      <a:pt x="6915" y="0"/>
                      <a:pt x="15445" y="0"/>
                    </a:cubicBezTo>
                    <a:lnTo>
                      <a:pt x="5484673" y="0"/>
                    </a:lnTo>
                    <a:cubicBezTo>
                      <a:pt x="5488770" y="0"/>
                      <a:pt x="5492698" y="1627"/>
                      <a:pt x="5495594" y="4524"/>
                    </a:cubicBezTo>
                    <a:cubicBezTo>
                      <a:pt x="5498491" y="7420"/>
                      <a:pt x="5500118" y="11348"/>
                      <a:pt x="5500118" y="15445"/>
                    </a:cubicBezTo>
                    <a:close/>
                  </a:path>
                </a:pathLst>
              </a:custGeom>
              <a:solidFill>
                <a:srgbClr val="FFFFFF"/>
              </a:solidFill>
              <a:ln w="38100" cap="sq">
                <a:solidFill>
                  <a:srgbClr val="000000"/>
                </a:solidFill>
                <a:prstDash val="solid"/>
                <a:miter/>
              </a:ln>
            </p:spPr>
          </p:sp>
          <p:sp>
            <p:nvSpPr>
              <p:cNvPr name="TextBox 34" id="34"/>
              <p:cNvSpPr txBox="true"/>
              <p:nvPr/>
            </p:nvSpPr>
            <p:spPr>
              <a:xfrm>
                <a:off x="0" y="-9525"/>
                <a:ext cx="5500118" cy="886235"/>
              </a:xfrm>
              <a:prstGeom prst="rect">
                <a:avLst/>
              </a:prstGeom>
            </p:spPr>
            <p:txBody>
              <a:bodyPr anchor="ctr" rtlCol="false" tIns="28575" lIns="28575" bIns="28575" rIns="28575"/>
              <a:lstStyle/>
              <a:p>
                <a:pPr algn="ctr">
                  <a:lnSpc>
                    <a:spcPts val="1496"/>
                  </a:lnSpc>
                  <a:spcBef>
                    <a:spcPct val="0"/>
                  </a:spcBef>
                </a:pPr>
              </a:p>
            </p:txBody>
          </p:sp>
        </p:grpSp>
        <p:grpSp>
          <p:nvGrpSpPr>
            <p:cNvPr name="Group 35" id="35"/>
            <p:cNvGrpSpPr/>
            <p:nvPr/>
          </p:nvGrpSpPr>
          <p:grpSpPr>
            <a:xfrm rot="0">
              <a:off x="897974" y="7328765"/>
              <a:ext cx="10025381" cy="1598040"/>
              <a:chOff x="0" y="0"/>
              <a:chExt cx="5500118" cy="876710"/>
            </a:xfrm>
          </p:grpSpPr>
          <p:sp>
            <p:nvSpPr>
              <p:cNvPr name="Freeform 36" id="36"/>
              <p:cNvSpPr/>
              <p:nvPr/>
            </p:nvSpPr>
            <p:spPr>
              <a:xfrm flipH="false" flipV="false" rot="0">
                <a:off x="0" y="0"/>
                <a:ext cx="5500118" cy="876710"/>
              </a:xfrm>
              <a:custGeom>
                <a:avLst/>
                <a:gdLst/>
                <a:ahLst/>
                <a:cxnLst/>
                <a:rect r="r" b="b" t="t" l="l"/>
                <a:pathLst>
                  <a:path h="876710" w="5500118">
                    <a:moveTo>
                      <a:pt x="5500118" y="15445"/>
                    </a:moveTo>
                    <a:lnTo>
                      <a:pt x="5500118" y="861265"/>
                    </a:lnTo>
                    <a:cubicBezTo>
                      <a:pt x="5500118" y="869795"/>
                      <a:pt x="5493203" y="876710"/>
                      <a:pt x="5484673" y="876710"/>
                    </a:cubicBezTo>
                    <a:lnTo>
                      <a:pt x="15445" y="876710"/>
                    </a:lnTo>
                    <a:cubicBezTo>
                      <a:pt x="11348" y="876710"/>
                      <a:pt x="7420" y="875082"/>
                      <a:pt x="4524" y="872186"/>
                    </a:cubicBezTo>
                    <a:cubicBezTo>
                      <a:pt x="1627" y="869289"/>
                      <a:pt x="0" y="865361"/>
                      <a:pt x="0" y="861265"/>
                    </a:cubicBezTo>
                    <a:lnTo>
                      <a:pt x="0" y="15445"/>
                    </a:lnTo>
                    <a:cubicBezTo>
                      <a:pt x="0" y="6915"/>
                      <a:pt x="6915" y="0"/>
                      <a:pt x="15445" y="0"/>
                    </a:cubicBezTo>
                    <a:lnTo>
                      <a:pt x="5484673" y="0"/>
                    </a:lnTo>
                    <a:cubicBezTo>
                      <a:pt x="5488770" y="0"/>
                      <a:pt x="5492698" y="1627"/>
                      <a:pt x="5495594" y="4524"/>
                    </a:cubicBezTo>
                    <a:cubicBezTo>
                      <a:pt x="5498491" y="7420"/>
                      <a:pt x="5500118" y="11348"/>
                      <a:pt x="5500118" y="15445"/>
                    </a:cubicBezTo>
                    <a:close/>
                  </a:path>
                </a:pathLst>
              </a:custGeom>
              <a:solidFill>
                <a:srgbClr val="FFFFFF"/>
              </a:solidFill>
              <a:ln w="38100" cap="sq">
                <a:solidFill>
                  <a:srgbClr val="000000"/>
                </a:solidFill>
                <a:prstDash val="solid"/>
                <a:miter/>
              </a:ln>
            </p:spPr>
          </p:sp>
          <p:sp>
            <p:nvSpPr>
              <p:cNvPr name="TextBox 37" id="37"/>
              <p:cNvSpPr txBox="true"/>
              <p:nvPr/>
            </p:nvSpPr>
            <p:spPr>
              <a:xfrm>
                <a:off x="0" y="-9525"/>
                <a:ext cx="5500118" cy="886235"/>
              </a:xfrm>
              <a:prstGeom prst="rect">
                <a:avLst/>
              </a:prstGeom>
            </p:spPr>
            <p:txBody>
              <a:bodyPr anchor="ctr" rtlCol="false" tIns="28575" lIns="28575" bIns="28575" rIns="28575"/>
              <a:lstStyle/>
              <a:p>
                <a:pPr algn="ctr">
                  <a:lnSpc>
                    <a:spcPts val="1496"/>
                  </a:lnSpc>
                  <a:spcBef>
                    <a:spcPct val="0"/>
                  </a:spcBef>
                </a:pPr>
              </a:p>
            </p:txBody>
          </p:sp>
        </p:grpSp>
        <p:grpSp>
          <p:nvGrpSpPr>
            <p:cNvPr name="Group 38" id="38"/>
            <p:cNvGrpSpPr/>
            <p:nvPr/>
          </p:nvGrpSpPr>
          <p:grpSpPr>
            <a:xfrm rot="0">
              <a:off x="897974" y="9383002"/>
              <a:ext cx="10025381" cy="1598040"/>
              <a:chOff x="0" y="0"/>
              <a:chExt cx="5500118" cy="876710"/>
            </a:xfrm>
          </p:grpSpPr>
          <p:sp>
            <p:nvSpPr>
              <p:cNvPr name="Freeform 39" id="39"/>
              <p:cNvSpPr/>
              <p:nvPr/>
            </p:nvSpPr>
            <p:spPr>
              <a:xfrm flipH="false" flipV="false" rot="0">
                <a:off x="0" y="0"/>
                <a:ext cx="5500118" cy="876710"/>
              </a:xfrm>
              <a:custGeom>
                <a:avLst/>
                <a:gdLst/>
                <a:ahLst/>
                <a:cxnLst/>
                <a:rect r="r" b="b" t="t" l="l"/>
                <a:pathLst>
                  <a:path h="876710" w="5500118">
                    <a:moveTo>
                      <a:pt x="5500118" y="15445"/>
                    </a:moveTo>
                    <a:lnTo>
                      <a:pt x="5500118" y="861265"/>
                    </a:lnTo>
                    <a:cubicBezTo>
                      <a:pt x="5500118" y="869795"/>
                      <a:pt x="5493203" y="876710"/>
                      <a:pt x="5484673" y="876710"/>
                    </a:cubicBezTo>
                    <a:lnTo>
                      <a:pt x="15445" y="876710"/>
                    </a:lnTo>
                    <a:cubicBezTo>
                      <a:pt x="11348" y="876710"/>
                      <a:pt x="7420" y="875082"/>
                      <a:pt x="4524" y="872186"/>
                    </a:cubicBezTo>
                    <a:cubicBezTo>
                      <a:pt x="1627" y="869289"/>
                      <a:pt x="0" y="865361"/>
                      <a:pt x="0" y="861265"/>
                    </a:cubicBezTo>
                    <a:lnTo>
                      <a:pt x="0" y="15445"/>
                    </a:lnTo>
                    <a:cubicBezTo>
                      <a:pt x="0" y="6915"/>
                      <a:pt x="6915" y="0"/>
                      <a:pt x="15445" y="0"/>
                    </a:cubicBezTo>
                    <a:lnTo>
                      <a:pt x="5484673" y="0"/>
                    </a:lnTo>
                    <a:cubicBezTo>
                      <a:pt x="5488770" y="0"/>
                      <a:pt x="5492698" y="1627"/>
                      <a:pt x="5495594" y="4524"/>
                    </a:cubicBezTo>
                    <a:cubicBezTo>
                      <a:pt x="5498491" y="7420"/>
                      <a:pt x="5500118" y="11348"/>
                      <a:pt x="5500118" y="15445"/>
                    </a:cubicBezTo>
                    <a:close/>
                  </a:path>
                </a:pathLst>
              </a:custGeom>
              <a:solidFill>
                <a:srgbClr val="FFFFFF"/>
              </a:solidFill>
              <a:ln w="38100" cap="sq">
                <a:solidFill>
                  <a:srgbClr val="000000"/>
                </a:solidFill>
                <a:prstDash val="solid"/>
                <a:miter/>
              </a:ln>
            </p:spPr>
          </p:sp>
          <p:sp>
            <p:nvSpPr>
              <p:cNvPr name="TextBox 40" id="40"/>
              <p:cNvSpPr txBox="true"/>
              <p:nvPr/>
            </p:nvSpPr>
            <p:spPr>
              <a:xfrm>
                <a:off x="0" y="-9525"/>
                <a:ext cx="5500118" cy="886235"/>
              </a:xfrm>
              <a:prstGeom prst="rect">
                <a:avLst/>
              </a:prstGeom>
            </p:spPr>
            <p:txBody>
              <a:bodyPr anchor="ctr" rtlCol="false" tIns="28575" lIns="28575" bIns="28575" rIns="28575"/>
              <a:lstStyle/>
              <a:p>
                <a:pPr algn="ctr">
                  <a:lnSpc>
                    <a:spcPts val="1496"/>
                  </a:lnSpc>
                  <a:spcBef>
                    <a:spcPct val="0"/>
                  </a:spcBef>
                </a:pPr>
              </a:p>
            </p:txBody>
          </p:sp>
        </p:grpSp>
      </p:grpSp>
      <p:sp>
        <p:nvSpPr>
          <p:cNvPr name="Freeform 41" id="41"/>
          <p:cNvSpPr/>
          <p:nvPr/>
        </p:nvSpPr>
        <p:spPr>
          <a:xfrm flipH="false" flipV="false" rot="0">
            <a:off x="8970516" y="121090"/>
            <a:ext cx="1211963" cy="1187364"/>
          </a:xfrm>
          <a:custGeom>
            <a:avLst/>
            <a:gdLst/>
            <a:ahLst/>
            <a:cxnLst/>
            <a:rect r="r" b="b" t="t" l="l"/>
            <a:pathLst>
              <a:path h="1187364" w="1211963">
                <a:moveTo>
                  <a:pt x="0" y="0"/>
                </a:moveTo>
                <a:lnTo>
                  <a:pt x="1211964" y="0"/>
                </a:lnTo>
                <a:lnTo>
                  <a:pt x="1211964" y="1187365"/>
                </a:lnTo>
                <a:lnTo>
                  <a:pt x="0" y="1187365"/>
                </a:lnTo>
                <a:lnTo>
                  <a:pt x="0" y="0"/>
                </a:lnTo>
                <a:close/>
              </a:path>
            </a:pathLst>
          </a:custGeom>
          <a:blipFill>
            <a:blip r:embed="rId3"/>
            <a:stretch>
              <a:fillRect l="-327451" t="-295963" r="-232107" b="-262795"/>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72E1A"/>
        </a:solidFill>
      </p:bgPr>
    </p:bg>
    <p:spTree>
      <p:nvGrpSpPr>
        <p:cNvPr id="1" name=""/>
        <p:cNvGrpSpPr/>
        <p:nvPr/>
      </p:nvGrpSpPr>
      <p:grpSpPr>
        <a:xfrm>
          <a:off x="0" y="0"/>
          <a:ext cx="0" cy="0"/>
          <a:chOff x="0" y="0"/>
          <a:chExt cx="0" cy="0"/>
        </a:xfrm>
      </p:grpSpPr>
      <p:sp>
        <p:nvSpPr>
          <p:cNvPr name="Freeform 2" id="2"/>
          <p:cNvSpPr/>
          <p:nvPr/>
        </p:nvSpPr>
        <p:spPr>
          <a:xfrm flipH="false" flipV="false" rot="0">
            <a:off x="7035722" y="0"/>
            <a:ext cx="13105417" cy="18288000"/>
          </a:xfrm>
          <a:custGeom>
            <a:avLst/>
            <a:gdLst/>
            <a:ahLst/>
            <a:cxnLst/>
            <a:rect r="r" b="b" t="t" l="l"/>
            <a:pathLst>
              <a:path h="18288000" w="13105417">
                <a:moveTo>
                  <a:pt x="0" y="0"/>
                </a:moveTo>
                <a:lnTo>
                  <a:pt x="13105417" y="0"/>
                </a:lnTo>
                <a:lnTo>
                  <a:pt x="13105417" y="18288000"/>
                </a:lnTo>
                <a:lnTo>
                  <a:pt x="0" y="18288000"/>
                </a:lnTo>
                <a:lnTo>
                  <a:pt x="0" y="0"/>
                </a:lnTo>
                <a:close/>
              </a:path>
            </a:pathLst>
          </a:custGeom>
          <a:blipFill>
            <a:blip r:embed="rId2">
              <a:alphaModFix amt="5000"/>
            </a:blip>
            <a:stretch>
              <a:fillRect l="0" t="0" r="-39545" b="0"/>
            </a:stretch>
          </a:blipFill>
        </p:spPr>
      </p:sp>
      <p:sp>
        <p:nvSpPr>
          <p:cNvPr name="Freeform 3" id="3"/>
          <p:cNvSpPr/>
          <p:nvPr/>
        </p:nvSpPr>
        <p:spPr>
          <a:xfrm flipH="false" flipV="false" rot="0">
            <a:off x="-10363088" y="0"/>
            <a:ext cx="17404605" cy="18288000"/>
          </a:xfrm>
          <a:custGeom>
            <a:avLst/>
            <a:gdLst/>
            <a:ahLst/>
            <a:cxnLst/>
            <a:rect r="r" b="b" t="t" l="l"/>
            <a:pathLst>
              <a:path h="18288000" w="17404605">
                <a:moveTo>
                  <a:pt x="0" y="0"/>
                </a:moveTo>
                <a:lnTo>
                  <a:pt x="17404605" y="0"/>
                </a:lnTo>
                <a:lnTo>
                  <a:pt x="17404605" y="18288000"/>
                </a:lnTo>
                <a:lnTo>
                  <a:pt x="0" y="18288000"/>
                </a:lnTo>
                <a:lnTo>
                  <a:pt x="0" y="0"/>
                </a:lnTo>
                <a:close/>
              </a:path>
            </a:pathLst>
          </a:custGeom>
          <a:blipFill>
            <a:blip r:embed="rId2">
              <a:alphaModFix amt="5000"/>
            </a:blip>
            <a:stretch>
              <a:fillRect l="-5075" t="0" r="0" b="0"/>
            </a:stretch>
          </a:blipFill>
        </p:spPr>
      </p:sp>
      <p:grpSp>
        <p:nvGrpSpPr>
          <p:cNvPr name="Group 4" id="4"/>
          <p:cNvGrpSpPr/>
          <p:nvPr/>
        </p:nvGrpSpPr>
        <p:grpSpPr>
          <a:xfrm rot="141291">
            <a:off x="246889" y="-2737063"/>
            <a:ext cx="11561027" cy="3086100"/>
            <a:chOff x="0" y="0"/>
            <a:chExt cx="3044879" cy="812800"/>
          </a:xfrm>
        </p:grpSpPr>
        <p:sp>
          <p:nvSpPr>
            <p:cNvPr name="Freeform 5" id="5"/>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7A8803"/>
            </a:solidFill>
          </p:spPr>
        </p:sp>
        <p:sp>
          <p:nvSpPr>
            <p:cNvPr name="TextBox 6" id="6"/>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7" id="7"/>
          <p:cNvGrpSpPr/>
          <p:nvPr/>
        </p:nvGrpSpPr>
        <p:grpSpPr>
          <a:xfrm rot="-141496">
            <a:off x="-1332625" y="-2737404"/>
            <a:ext cx="11561027" cy="3086100"/>
            <a:chOff x="0" y="0"/>
            <a:chExt cx="3044879" cy="812800"/>
          </a:xfrm>
        </p:grpSpPr>
        <p:sp>
          <p:nvSpPr>
            <p:cNvPr name="Freeform 8" id="8"/>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6D7203"/>
            </a:solidFill>
          </p:spPr>
        </p:sp>
        <p:sp>
          <p:nvSpPr>
            <p:cNvPr name="TextBox 9" id="9"/>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0" id="10"/>
          <p:cNvGrpSpPr/>
          <p:nvPr/>
        </p:nvGrpSpPr>
        <p:grpSpPr>
          <a:xfrm rot="130575">
            <a:off x="-241099" y="17477695"/>
            <a:ext cx="11561027" cy="3086100"/>
            <a:chOff x="0" y="0"/>
            <a:chExt cx="3044879" cy="812800"/>
          </a:xfrm>
        </p:grpSpPr>
        <p:sp>
          <p:nvSpPr>
            <p:cNvPr name="Freeform 11" id="11"/>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1E1E1E"/>
            </a:solidFill>
          </p:spPr>
        </p:sp>
        <p:sp>
          <p:nvSpPr>
            <p:cNvPr name="TextBox 12" id="12"/>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3" id="13"/>
          <p:cNvGrpSpPr/>
          <p:nvPr/>
        </p:nvGrpSpPr>
        <p:grpSpPr>
          <a:xfrm rot="-170676">
            <a:off x="69455" y="17477695"/>
            <a:ext cx="11561027" cy="3086100"/>
            <a:chOff x="0" y="0"/>
            <a:chExt cx="3044879" cy="812800"/>
          </a:xfrm>
        </p:grpSpPr>
        <p:sp>
          <p:nvSpPr>
            <p:cNvPr name="Freeform 14" id="14"/>
            <p:cNvSpPr/>
            <p:nvPr/>
          </p:nvSpPr>
          <p:spPr>
            <a:xfrm flipH="false" flipV="false" rot="0">
              <a:off x="0" y="0"/>
              <a:ext cx="3044879" cy="812800"/>
            </a:xfrm>
            <a:custGeom>
              <a:avLst/>
              <a:gdLst/>
              <a:ahLst/>
              <a:cxnLst/>
              <a:rect r="r" b="b" t="t" l="l"/>
              <a:pathLst>
                <a:path h="812800" w="3044879">
                  <a:moveTo>
                    <a:pt x="0" y="0"/>
                  </a:moveTo>
                  <a:lnTo>
                    <a:pt x="3044879" y="0"/>
                  </a:lnTo>
                  <a:lnTo>
                    <a:pt x="3044879" y="812800"/>
                  </a:lnTo>
                  <a:lnTo>
                    <a:pt x="0" y="812800"/>
                  </a:lnTo>
                  <a:close/>
                </a:path>
              </a:pathLst>
            </a:custGeom>
            <a:solidFill>
              <a:srgbClr val="1E1E1E"/>
            </a:solidFill>
          </p:spPr>
        </p:sp>
        <p:sp>
          <p:nvSpPr>
            <p:cNvPr name="TextBox 15" id="15"/>
            <p:cNvSpPr txBox="true"/>
            <p:nvPr/>
          </p:nvSpPr>
          <p:spPr>
            <a:xfrm>
              <a:off x="0" y="-9525"/>
              <a:ext cx="3044879" cy="822325"/>
            </a:xfrm>
            <a:prstGeom prst="rect">
              <a:avLst/>
            </a:prstGeom>
          </p:spPr>
          <p:txBody>
            <a:bodyPr anchor="ctr" rtlCol="false" tIns="50800" lIns="50800" bIns="50800" rIns="50800"/>
            <a:lstStyle/>
            <a:p>
              <a:pPr algn="ctr">
                <a:lnSpc>
                  <a:spcPts val="2700"/>
                </a:lnSpc>
              </a:pPr>
            </a:p>
          </p:txBody>
        </p:sp>
      </p:grpSp>
      <p:grpSp>
        <p:nvGrpSpPr>
          <p:cNvPr name="Group 16" id="16"/>
          <p:cNvGrpSpPr/>
          <p:nvPr/>
        </p:nvGrpSpPr>
        <p:grpSpPr>
          <a:xfrm rot="0">
            <a:off x="-637013" y="17776558"/>
            <a:ext cx="11561027" cy="2921156"/>
            <a:chOff x="0" y="0"/>
            <a:chExt cx="3044879" cy="769358"/>
          </a:xfrm>
        </p:grpSpPr>
        <p:sp>
          <p:nvSpPr>
            <p:cNvPr name="Freeform 17" id="17"/>
            <p:cNvSpPr/>
            <p:nvPr/>
          </p:nvSpPr>
          <p:spPr>
            <a:xfrm flipH="false" flipV="false" rot="0">
              <a:off x="0" y="0"/>
              <a:ext cx="3044879" cy="769358"/>
            </a:xfrm>
            <a:custGeom>
              <a:avLst/>
              <a:gdLst/>
              <a:ahLst/>
              <a:cxnLst/>
              <a:rect r="r" b="b" t="t" l="l"/>
              <a:pathLst>
                <a:path h="769358" w="3044879">
                  <a:moveTo>
                    <a:pt x="0" y="0"/>
                  </a:moveTo>
                  <a:lnTo>
                    <a:pt x="3044879" y="0"/>
                  </a:lnTo>
                  <a:lnTo>
                    <a:pt x="3044879" y="769358"/>
                  </a:lnTo>
                  <a:lnTo>
                    <a:pt x="0" y="769358"/>
                  </a:lnTo>
                  <a:close/>
                </a:path>
              </a:pathLst>
            </a:custGeom>
            <a:solidFill>
              <a:srgbClr val="8C8C8C"/>
            </a:solidFill>
          </p:spPr>
        </p:sp>
        <p:sp>
          <p:nvSpPr>
            <p:cNvPr name="TextBox 18" id="18"/>
            <p:cNvSpPr txBox="true"/>
            <p:nvPr/>
          </p:nvSpPr>
          <p:spPr>
            <a:xfrm>
              <a:off x="0" y="-9525"/>
              <a:ext cx="3044879" cy="778883"/>
            </a:xfrm>
            <a:prstGeom prst="rect">
              <a:avLst/>
            </a:prstGeom>
          </p:spPr>
          <p:txBody>
            <a:bodyPr anchor="ctr" rtlCol="false" tIns="50800" lIns="50800" bIns="50800" rIns="50800"/>
            <a:lstStyle/>
            <a:p>
              <a:pPr algn="ctr">
                <a:lnSpc>
                  <a:spcPts val="2700"/>
                </a:lnSpc>
              </a:pPr>
            </a:p>
          </p:txBody>
        </p:sp>
      </p:grpSp>
      <p:grpSp>
        <p:nvGrpSpPr>
          <p:cNvPr name="Group 19" id="19"/>
          <p:cNvGrpSpPr/>
          <p:nvPr/>
        </p:nvGrpSpPr>
        <p:grpSpPr>
          <a:xfrm rot="0">
            <a:off x="2400831" y="2135888"/>
            <a:ext cx="5485339" cy="947031"/>
            <a:chOff x="0" y="0"/>
            <a:chExt cx="3509279" cy="605865"/>
          </a:xfrm>
        </p:grpSpPr>
        <p:sp>
          <p:nvSpPr>
            <p:cNvPr name="Freeform 20" id="20"/>
            <p:cNvSpPr/>
            <p:nvPr/>
          </p:nvSpPr>
          <p:spPr>
            <a:xfrm flipH="false" flipV="false" rot="0">
              <a:off x="0" y="0"/>
              <a:ext cx="3509280" cy="605865"/>
            </a:xfrm>
            <a:custGeom>
              <a:avLst/>
              <a:gdLst/>
              <a:ahLst/>
              <a:cxnLst/>
              <a:rect r="r" b="b" t="t" l="l"/>
              <a:pathLst>
                <a:path h="605865" w="3509280">
                  <a:moveTo>
                    <a:pt x="3509280" y="141138"/>
                  </a:moveTo>
                  <a:lnTo>
                    <a:pt x="3509280" y="464726"/>
                  </a:lnTo>
                  <a:cubicBezTo>
                    <a:pt x="3509280" y="542675"/>
                    <a:pt x="3446090" y="605865"/>
                    <a:pt x="3368141" y="605865"/>
                  </a:cubicBezTo>
                  <a:lnTo>
                    <a:pt x="141138" y="605865"/>
                  </a:lnTo>
                  <a:cubicBezTo>
                    <a:pt x="103706" y="605865"/>
                    <a:pt x="67807" y="590995"/>
                    <a:pt x="41338" y="564526"/>
                  </a:cubicBezTo>
                  <a:cubicBezTo>
                    <a:pt x="14870" y="538058"/>
                    <a:pt x="0" y="502158"/>
                    <a:pt x="0" y="464726"/>
                  </a:cubicBezTo>
                  <a:lnTo>
                    <a:pt x="0" y="141138"/>
                  </a:lnTo>
                  <a:cubicBezTo>
                    <a:pt x="0" y="103706"/>
                    <a:pt x="14870" y="67807"/>
                    <a:pt x="41338" y="41338"/>
                  </a:cubicBezTo>
                  <a:cubicBezTo>
                    <a:pt x="67807" y="14870"/>
                    <a:pt x="103706" y="0"/>
                    <a:pt x="141138" y="0"/>
                  </a:cubicBezTo>
                  <a:lnTo>
                    <a:pt x="3368141" y="0"/>
                  </a:lnTo>
                  <a:cubicBezTo>
                    <a:pt x="3405574" y="0"/>
                    <a:pt x="3441472" y="14870"/>
                    <a:pt x="3467941" y="41338"/>
                  </a:cubicBezTo>
                  <a:cubicBezTo>
                    <a:pt x="3494410" y="67807"/>
                    <a:pt x="3509280" y="103706"/>
                    <a:pt x="3509280" y="141138"/>
                  </a:cubicBezTo>
                  <a:close/>
                </a:path>
              </a:pathLst>
            </a:custGeom>
            <a:solidFill>
              <a:srgbClr val="7A8803"/>
            </a:solidFill>
            <a:ln w="57150" cap="rnd">
              <a:solidFill>
                <a:srgbClr val="848683"/>
              </a:solidFill>
              <a:prstDash val="solid"/>
              <a:round/>
            </a:ln>
          </p:spPr>
        </p:sp>
        <p:sp>
          <p:nvSpPr>
            <p:cNvPr name="TextBox 21" id="21"/>
            <p:cNvSpPr txBox="true"/>
            <p:nvPr/>
          </p:nvSpPr>
          <p:spPr>
            <a:xfrm>
              <a:off x="0" y="-57150"/>
              <a:ext cx="3509279" cy="663015"/>
            </a:xfrm>
            <a:prstGeom prst="rect">
              <a:avLst/>
            </a:prstGeom>
          </p:spPr>
          <p:txBody>
            <a:bodyPr anchor="ctr" rtlCol="false" tIns="28575" lIns="28575" bIns="28575" rIns="28575"/>
            <a:lstStyle/>
            <a:p>
              <a:pPr algn="ctr">
                <a:lnSpc>
                  <a:spcPts val="4296"/>
                </a:lnSpc>
                <a:spcBef>
                  <a:spcPct val="0"/>
                </a:spcBef>
              </a:pPr>
              <a:r>
                <a:rPr lang="en-US" sz="3068">
                  <a:solidFill>
                    <a:srgbClr val="FFFFFF"/>
                  </a:solidFill>
                  <a:latin typeface="Fredoka"/>
                  <a:ea typeface="Fredoka"/>
                  <a:cs typeface="Fredoka"/>
                  <a:sym typeface="Fredoka"/>
                </a:rPr>
                <a:t>Tujuan Pembelajaran</a:t>
              </a:r>
            </a:p>
          </p:txBody>
        </p:sp>
      </p:grpSp>
      <p:grpSp>
        <p:nvGrpSpPr>
          <p:cNvPr name="Group 22" id="22"/>
          <p:cNvGrpSpPr/>
          <p:nvPr/>
        </p:nvGrpSpPr>
        <p:grpSpPr>
          <a:xfrm rot="0">
            <a:off x="710502" y="4222807"/>
            <a:ext cx="8865996" cy="8996943"/>
            <a:chOff x="0" y="0"/>
            <a:chExt cx="11821328" cy="11995924"/>
          </a:xfrm>
        </p:grpSpPr>
        <p:grpSp>
          <p:nvGrpSpPr>
            <p:cNvPr name="Group 23" id="23"/>
            <p:cNvGrpSpPr/>
            <p:nvPr/>
          </p:nvGrpSpPr>
          <p:grpSpPr>
            <a:xfrm rot="0">
              <a:off x="0" y="0"/>
              <a:ext cx="11821328" cy="11995924"/>
              <a:chOff x="0" y="0"/>
              <a:chExt cx="3839591" cy="3896271"/>
            </a:xfrm>
          </p:grpSpPr>
          <p:sp>
            <p:nvSpPr>
              <p:cNvPr name="Freeform 24" id="24"/>
              <p:cNvSpPr/>
              <p:nvPr/>
            </p:nvSpPr>
            <p:spPr>
              <a:xfrm flipH="false" flipV="false" rot="0">
                <a:off x="0" y="0"/>
                <a:ext cx="3839591" cy="3896271"/>
              </a:xfrm>
              <a:custGeom>
                <a:avLst/>
                <a:gdLst/>
                <a:ahLst/>
                <a:cxnLst/>
                <a:rect r="r" b="b" t="t" l="l"/>
                <a:pathLst>
                  <a:path h="3896271" w="3839591">
                    <a:moveTo>
                      <a:pt x="3839591" y="55886"/>
                    </a:moveTo>
                    <a:lnTo>
                      <a:pt x="3839591" y="3840385"/>
                    </a:lnTo>
                    <a:cubicBezTo>
                      <a:pt x="3839591" y="3855207"/>
                      <a:pt x="3833703" y="3869422"/>
                      <a:pt x="3823222" y="3879903"/>
                    </a:cubicBezTo>
                    <a:cubicBezTo>
                      <a:pt x="3812742" y="3890383"/>
                      <a:pt x="3798527" y="3896271"/>
                      <a:pt x="3783705" y="3896271"/>
                    </a:cubicBezTo>
                    <a:lnTo>
                      <a:pt x="55886" y="3896271"/>
                    </a:lnTo>
                    <a:cubicBezTo>
                      <a:pt x="41064" y="3896271"/>
                      <a:pt x="26849" y="3890383"/>
                      <a:pt x="16369" y="3879903"/>
                    </a:cubicBezTo>
                    <a:cubicBezTo>
                      <a:pt x="5888" y="3869422"/>
                      <a:pt x="0" y="3855207"/>
                      <a:pt x="0" y="3840385"/>
                    </a:cubicBezTo>
                    <a:lnTo>
                      <a:pt x="0" y="55886"/>
                    </a:lnTo>
                    <a:cubicBezTo>
                      <a:pt x="0" y="41064"/>
                      <a:pt x="5888" y="26849"/>
                      <a:pt x="16369" y="16369"/>
                    </a:cubicBezTo>
                    <a:cubicBezTo>
                      <a:pt x="26849" y="5888"/>
                      <a:pt x="41064" y="0"/>
                      <a:pt x="55886" y="0"/>
                    </a:cubicBezTo>
                    <a:lnTo>
                      <a:pt x="3783705" y="0"/>
                    </a:lnTo>
                    <a:cubicBezTo>
                      <a:pt x="3798527" y="0"/>
                      <a:pt x="3812742" y="5888"/>
                      <a:pt x="3823222" y="16369"/>
                    </a:cubicBezTo>
                    <a:cubicBezTo>
                      <a:pt x="3833703" y="26849"/>
                      <a:pt x="3839591" y="41064"/>
                      <a:pt x="3839591" y="55886"/>
                    </a:cubicBezTo>
                    <a:close/>
                  </a:path>
                </a:pathLst>
              </a:custGeom>
              <a:solidFill>
                <a:srgbClr val="FFF3D6"/>
              </a:solidFill>
              <a:ln w="66675" cap="rnd">
                <a:solidFill>
                  <a:srgbClr val="000000"/>
                </a:solidFill>
                <a:prstDash val="solid"/>
                <a:round/>
              </a:ln>
            </p:spPr>
          </p:sp>
          <p:sp>
            <p:nvSpPr>
              <p:cNvPr name="TextBox 25" id="25"/>
              <p:cNvSpPr txBox="true"/>
              <p:nvPr/>
            </p:nvSpPr>
            <p:spPr>
              <a:xfrm>
                <a:off x="0" y="-9525"/>
                <a:ext cx="3839591" cy="3905796"/>
              </a:xfrm>
              <a:prstGeom prst="rect">
                <a:avLst/>
              </a:prstGeom>
            </p:spPr>
            <p:txBody>
              <a:bodyPr anchor="ctr" rtlCol="false" tIns="28575" lIns="28575" bIns="28575" rIns="28575"/>
              <a:lstStyle/>
              <a:p>
                <a:pPr algn="ctr">
                  <a:lnSpc>
                    <a:spcPts val="1496"/>
                  </a:lnSpc>
                  <a:spcBef>
                    <a:spcPct val="0"/>
                  </a:spcBef>
                </a:pPr>
              </a:p>
            </p:txBody>
          </p:sp>
        </p:grpSp>
        <p:grpSp>
          <p:nvGrpSpPr>
            <p:cNvPr name="Group 26" id="26"/>
            <p:cNvGrpSpPr/>
            <p:nvPr/>
          </p:nvGrpSpPr>
          <p:grpSpPr>
            <a:xfrm rot="0">
              <a:off x="897974" y="1169836"/>
              <a:ext cx="10025381" cy="1598040"/>
              <a:chOff x="0" y="0"/>
              <a:chExt cx="5500118" cy="876710"/>
            </a:xfrm>
          </p:grpSpPr>
          <p:sp>
            <p:nvSpPr>
              <p:cNvPr name="Freeform 27" id="27"/>
              <p:cNvSpPr/>
              <p:nvPr/>
            </p:nvSpPr>
            <p:spPr>
              <a:xfrm flipH="false" flipV="false" rot="0">
                <a:off x="0" y="0"/>
                <a:ext cx="5500118" cy="876710"/>
              </a:xfrm>
              <a:custGeom>
                <a:avLst/>
                <a:gdLst/>
                <a:ahLst/>
                <a:cxnLst/>
                <a:rect r="r" b="b" t="t" l="l"/>
                <a:pathLst>
                  <a:path h="876710" w="5500118">
                    <a:moveTo>
                      <a:pt x="5500118" y="15445"/>
                    </a:moveTo>
                    <a:lnTo>
                      <a:pt x="5500118" y="861265"/>
                    </a:lnTo>
                    <a:cubicBezTo>
                      <a:pt x="5500118" y="869795"/>
                      <a:pt x="5493203" y="876710"/>
                      <a:pt x="5484673" y="876710"/>
                    </a:cubicBezTo>
                    <a:lnTo>
                      <a:pt x="15445" y="876710"/>
                    </a:lnTo>
                    <a:cubicBezTo>
                      <a:pt x="11348" y="876710"/>
                      <a:pt x="7420" y="875082"/>
                      <a:pt x="4524" y="872186"/>
                    </a:cubicBezTo>
                    <a:cubicBezTo>
                      <a:pt x="1627" y="869289"/>
                      <a:pt x="0" y="865361"/>
                      <a:pt x="0" y="861265"/>
                    </a:cubicBezTo>
                    <a:lnTo>
                      <a:pt x="0" y="15445"/>
                    </a:lnTo>
                    <a:cubicBezTo>
                      <a:pt x="0" y="6915"/>
                      <a:pt x="6915" y="0"/>
                      <a:pt x="15445" y="0"/>
                    </a:cubicBezTo>
                    <a:lnTo>
                      <a:pt x="5484673" y="0"/>
                    </a:lnTo>
                    <a:cubicBezTo>
                      <a:pt x="5488770" y="0"/>
                      <a:pt x="5492698" y="1627"/>
                      <a:pt x="5495594" y="4524"/>
                    </a:cubicBezTo>
                    <a:cubicBezTo>
                      <a:pt x="5498491" y="7420"/>
                      <a:pt x="5500118" y="11348"/>
                      <a:pt x="5500118" y="15445"/>
                    </a:cubicBezTo>
                    <a:close/>
                  </a:path>
                </a:pathLst>
              </a:custGeom>
              <a:solidFill>
                <a:srgbClr val="FFFFFF"/>
              </a:solidFill>
              <a:ln w="38100" cap="sq">
                <a:solidFill>
                  <a:srgbClr val="000000"/>
                </a:solidFill>
                <a:prstDash val="solid"/>
                <a:miter/>
              </a:ln>
            </p:spPr>
          </p:sp>
          <p:sp>
            <p:nvSpPr>
              <p:cNvPr name="TextBox 28" id="28"/>
              <p:cNvSpPr txBox="true"/>
              <p:nvPr/>
            </p:nvSpPr>
            <p:spPr>
              <a:xfrm>
                <a:off x="0" y="-9525"/>
                <a:ext cx="5500118" cy="886235"/>
              </a:xfrm>
              <a:prstGeom prst="rect">
                <a:avLst/>
              </a:prstGeom>
            </p:spPr>
            <p:txBody>
              <a:bodyPr anchor="ctr" rtlCol="false" tIns="28575" lIns="28575" bIns="28575" rIns="28575"/>
              <a:lstStyle/>
              <a:p>
                <a:pPr algn="ctr">
                  <a:lnSpc>
                    <a:spcPts val="1496"/>
                  </a:lnSpc>
                  <a:spcBef>
                    <a:spcPct val="0"/>
                  </a:spcBef>
                </a:pPr>
              </a:p>
            </p:txBody>
          </p:sp>
        </p:grpSp>
        <p:grpSp>
          <p:nvGrpSpPr>
            <p:cNvPr name="Group 29" id="29"/>
            <p:cNvGrpSpPr/>
            <p:nvPr/>
          </p:nvGrpSpPr>
          <p:grpSpPr>
            <a:xfrm rot="0">
              <a:off x="897974" y="3220291"/>
              <a:ext cx="10025381" cy="1598040"/>
              <a:chOff x="0" y="0"/>
              <a:chExt cx="5500118" cy="876710"/>
            </a:xfrm>
          </p:grpSpPr>
          <p:sp>
            <p:nvSpPr>
              <p:cNvPr name="Freeform 30" id="30"/>
              <p:cNvSpPr/>
              <p:nvPr/>
            </p:nvSpPr>
            <p:spPr>
              <a:xfrm flipH="false" flipV="false" rot="0">
                <a:off x="0" y="0"/>
                <a:ext cx="5500118" cy="876710"/>
              </a:xfrm>
              <a:custGeom>
                <a:avLst/>
                <a:gdLst/>
                <a:ahLst/>
                <a:cxnLst/>
                <a:rect r="r" b="b" t="t" l="l"/>
                <a:pathLst>
                  <a:path h="876710" w="5500118">
                    <a:moveTo>
                      <a:pt x="5500118" y="15445"/>
                    </a:moveTo>
                    <a:lnTo>
                      <a:pt x="5500118" y="861265"/>
                    </a:lnTo>
                    <a:cubicBezTo>
                      <a:pt x="5500118" y="869795"/>
                      <a:pt x="5493203" y="876710"/>
                      <a:pt x="5484673" y="876710"/>
                    </a:cubicBezTo>
                    <a:lnTo>
                      <a:pt x="15445" y="876710"/>
                    </a:lnTo>
                    <a:cubicBezTo>
                      <a:pt x="11348" y="876710"/>
                      <a:pt x="7420" y="875082"/>
                      <a:pt x="4524" y="872186"/>
                    </a:cubicBezTo>
                    <a:cubicBezTo>
                      <a:pt x="1627" y="869289"/>
                      <a:pt x="0" y="865361"/>
                      <a:pt x="0" y="861265"/>
                    </a:cubicBezTo>
                    <a:lnTo>
                      <a:pt x="0" y="15445"/>
                    </a:lnTo>
                    <a:cubicBezTo>
                      <a:pt x="0" y="6915"/>
                      <a:pt x="6915" y="0"/>
                      <a:pt x="15445" y="0"/>
                    </a:cubicBezTo>
                    <a:lnTo>
                      <a:pt x="5484673" y="0"/>
                    </a:lnTo>
                    <a:cubicBezTo>
                      <a:pt x="5488770" y="0"/>
                      <a:pt x="5492698" y="1627"/>
                      <a:pt x="5495594" y="4524"/>
                    </a:cubicBezTo>
                    <a:cubicBezTo>
                      <a:pt x="5498491" y="7420"/>
                      <a:pt x="5500118" y="11348"/>
                      <a:pt x="5500118" y="15445"/>
                    </a:cubicBezTo>
                    <a:close/>
                  </a:path>
                </a:pathLst>
              </a:custGeom>
              <a:solidFill>
                <a:srgbClr val="FFFFFF"/>
              </a:solidFill>
              <a:ln w="38100" cap="sq">
                <a:solidFill>
                  <a:srgbClr val="000000"/>
                </a:solidFill>
                <a:prstDash val="solid"/>
                <a:miter/>
              </a:ln>
            </p:spPr>
          </p:sp>
          <p:sp>
            <p:nvSpPr>
              <p:cNvPr name="TextBox 31" id="31"/>
              <p:cNvSpPr txBox="true"/>
              <p:nvPr/>
            </p:nvSpPr>
            <p:spPr>
              <a:xfrm>
                <a:off x="0" y="-9525"/>
                <a:ext cx="5500118" cy="886235"/>
              </a:xfrm>
              <a:prstGeom prst="rect">
                <a:avLst/>
              </a:prstGeom>
            </p:spPr>
            <p:txBody>
              <a:bodyPr anchor="ctr" rtlCol="false" tIns="28575" lIns="28575" bIns="28575" rIns="28575"/>
              <a:lstStyle/>
              <a:p>
                <a:pPr algn="ctr">
                  <a:lnSpc>
                    <a:spcPts val="1496"/>
                  </a:lnSpc>
                  <a:spcBef>
                    <a:spcPct val="0"/>
                  </a:spcBef>
                </a:pPr>
              </a:p>
            </p:txBody>
          </p:sp>
        </p:grpSp>
        <p:grpSp>
          <p:nvGrpSpPr>
            <p:cNvPr name="Group 32" id="32"/>
            <p:cNvGrpSpPr/>
            <p:nvPr/>
          </p:nvGrpSpPr>
          <p:grpSpPr>
            <a:xfrm rot="0">
              <a:off x="897974" y="5274528"/>
              <a:ext cx="10025381" cy="1598040"/>
              <a:chOff x="0" y="0"/>
              <a:chExt cx="5500118" cy="876710"/>
            </a:xfrm>
          </p:grpSpPr>
          <p:sp>
            <p:nvSpPr>
              <p:cNvPr name="Freeform 33" id="33"/>
              <p:cNvSpPr/>
              <p:nvPr/>
            </p:nvSpPr>
            <p:spPr>
              <a:xfrm flipH="false" flipV="false" rot="0">
                <a:off x="0" y="0"/>
                <a:ext cx="5500118" cy="876710"/>
              </a:xfrm>
              <a:custGeom>
                <a:avLst/>
                <a:gdLst/>
                <a:ahLst/>
                <a:cxnLst/>
                <a:rect r="r" b="b" t="t" l="l"/>
                <a:pathLst>
                  <a:path h="876710" w="5500118">
                    <a:moveTo>
                      <a:pt x="5500118" y="15445"/>
                    </a:moveTo>
                    <a:lnTo>
                      <a:pt x="5500118" y="861265"/>
                    </a:lnTo>
                    <a:cubicBezTo>
                      <a:pt x="5500118" y="869795"/>
                      <a:pt x="5493203" y="876710"/>
                      <a:pt x="5484673" y="876710"/>
                    </a:cubicBezTo>
                    <a:lnTo>
                      <a:pt x="15445" y="876710"/>
                    </a:lnTo>
                    <a:cubicBezTo>
                      <a:pt x="11348" y="876710"/>
                      <a:pt x="7420" y="875082"/>
                      <a:pt x="4524" y="872186"/>
                    </a:cubicBezTo>
                    <a:cubicBezTo>
                      <a:pt x="1627" y="869289"/>
                      <a:pt x="0" y="865361"/>
                      <a:pt x="0" y="861265"/>
                    </a:cubicBezTo>
                    <a:lnTo>
                      <a:pt x="0" y="15445"/>
                    </a:lnTo>
                    <a:cubicBezTo>
                      <a:pt x="0" y="6915"/>
                      <a:pt x="6915" y="0"/>
                      <a:pt x="15445" y="0"/>
                    </a:cubicBezTo>
                    <a:lnTo>
                      <a:pt x="5484673" y="0"/>
                    </a:lnTo>
                    <a:cubicBezTo>
                      <a:pt x="5488770" y="0"/>
                      <a:pt x="5492698" y="1627"/>
                      <a:pt x="5495594" y="4524"/>
                    </a:cubicBezTo>
                    <a:cubicBezTo>
                      <a:pt x="5498491" y="7420"/>
                      <a:pt x="5500118" y="11348"/>
                      <a:pt x="5500118" y="15445"/>
                    </a:cubicBezTo>
                    <a:close/>
                  </a:path>
                </a:pathLst>
              </a:custGeom>
              <a:solidFill>
                <a:srgbClr val="FFFFFF"/>
              </a:solidFill>
              <a:ln w="38100" cap="sq">
                <a:solidFill>
                  <a:srgbClr val="000000"/>
                </a:solidFill>
                <a:prstDash val="solid"/>
                <a:miter/>
              </a:ln>
            </p:spPr>
          </p:sp>
          <p:sp>
            <p:nvSpPr>
              <p:cNvPr name="TextBox 34" id="34"/>
              <p:cNvSpPr txBox="true"/>
              <p:nvPr/>
            </p:nvSpPr>
            <p:spPr>
              <a:xfrm>
                <a:off x="0" y="-9525"/>
                <a:ext cx="5500118" cy="886235"/>
              </a:xfrm>
              <a:prstGeom prst="rect">
                <a:avLst/>
              </a:prstGeom>
            </p:spPr>
            <p:txBody>
              <a:bodyPr anchor="ctr" rtlCol="false" tIns="28575" lIns="28575" bIns="28575" rIns="28575"/>
              <a:lstStyle/>
              <a:p>
                <a:pPr algn="ctr">
                  <a:lnSpc>
                    <a:spcPts val="1496"/>
                  </a:lnSpc>
                  <a:spcBef>
                    <a:spcPct val="0"/>
                  </a:spcBef>
                </a:pPr>
              </a:p>
            </p:txBody>
          </p:sp>
        </p:grpSp>
        <p:grpSp>
          <p:nvGrpSpPr>
            <p:cNvPr name="Group 35" id="35"/>
            <p:cNvGrpSpPr/>
            <p:nvPr/>
          </p:nvGrpSpPr>
          <p:grpSpPr>
            <a:xfrm rot="0">
              <a:off x="897974" y="7328765"/>
              <a:ext cx="10025381" cy="1598040"/>
              <a:chOff x="0" y="0"/>
              <a:chExt cx="5500118" cy="876710"/>
            </a:xfrm>
          </p:grpSpPr>
          <p:sp>
            <p:nvSpPr>
              <p:cNvPr name="Freeform 36" id="36"/>
              <p:cNvSpPr/>
              <p:nvPr/>
            </p:nvSpPr>
            <p:spPr>
              <a:xfrm flipH="false" flipV="false" rot="0">
                <a:off x="0" y="0"/>
                <a:ext cx="5500118" cy="876710"/>
              </a:xfrm>
              <a:custGeom>
                <a:avLst/>
                <a:gdLst/>
                <a:ahLst/>
                <a:cxnLst/>
                <a:rect r="r" b="b" t="t" l="l"/>
                <a:pathLst>
                  <a:path h="876710" w="5500118">
                    <a:moveTo>
                      <a:pt x="5500118" y="15445"/>
                    </a:moveTo>
                    <a:lnTo>
                      <a:pt x="5500118" y="861265"/>
                    </a:lnTo>
                    <a:cubicBezTo>
                      <a:pt x="5500118" y="869795"/>
                      <a:pt x="5493203" y="876710"/>
                      <a:pt x="5484673" y="876710"/>
                    </a:cubicBezTo>
                    <a:lnTo>
                      <a:pt x="15445" y="876710"/>
                    </a:lnTo>
                    <a:cubicBezTo>
                      <a:pt x="11348" y="876710"/>
                      <a:pt x="7420" y="875082"/>
                      <a:pt x="4524" y="872186"/>
                    </a:cubicBezTo>
                    <a:cubicBezTo>
                      <a:pt x="1627" y="869289"/>
                      <a:pt x="0" y="865361"/>
                      <a:pt x="0" y="861265"/>
                    </a:cubicBezTo>
                    <a:lnTo>
                      <a:pt x="0" y="15445"/>
                    </a:lnTo>
                    <a:cubicBezTo>
                      <a:pt x="0" y="6915"/>
                      <a:pt x="6915" y="0"/>
                      <a:pt x="15445" y="0"/>
                    </a:cubicBezTo>
                    <a:lnTo>
                      <a:pt x="5484673" y="0"/>
                    </a:lnTo>
                    <a:cubicBezTo>
                      <a:pt x="5488770" y="0"/>
                      <a:pt x="5492698" y="1627"/>
                      <a:pt x="5495594" y="4524"/>
                    </a:cubicBezTo>
                    <a:cubicBezTo>
                      <a:pt x="5498491" y="7420"/>
                      <a:pt x="5500118" y="11348"/>
                      <a:pt x="5500118" y="15445"/>
                    </a:cubicBezTo>
                    <a:close/>
                  </a:path>
                </a:pathLst>
              </a:custGeom>
              <a:solidFill>
                <a:srgbClr val="FFFFFF"/>
              </a:solidFill>
              <a:ln w="38100" cap="sq">
                <a:solidFill>
                  <a:srgbClr val="000000"/>
                </a:solidFill>
                <a:prstDash val="solid"/>
                <a:miter/>
              </a:ln>
            </p:spPr>
          </p:sp>
          <p:sp>
            <p:nvSpPr>
              <p:cNvPr name="TextBox 37" id="37"/>
              <p:cNvSpPr txBox="true"/>
              <p:nvPr/>
            </p:nvSpPr>
            <p:spPr>
              <a:xfrm>
                <a:off x="0" y="-9525"/>
                <a:ext cx="5500118" cy="886235"/>
              </a:xfrm>
              <a:prstGeom prst="rect">
                <a:avLst/>
              </a:prstGeom>
            </p:spPr>
            <p:txBody>
              <a:bodyPr anchor="ctr" rtlCol="false" tIns="28575" lIns="28575" bIns="28575" rIns="28575"/>
              <a:lstStyle/>
              <a:p>
                <a:pPr algn="ctr">
                  <a:lnSpc>
                    <a:spcPts val="1496"/>
                  </a:lnSpc>
                  <a:spcBef>
                    <a:spcPct val="0"/>
                  </a:spcBef>
                </a:pPr>
              </a:p>
            </p:txBody>
          </p:sp>
        </p:grpSp>
        <p:grpSp>
          <p:nvGrpSpPr>
            <p:cNvPr name="Group 38" id="38"/>
            <p:cNvGrpSpPr/>
            <p:nvPr/>
          </p:nvGrpSpPr>
          <p:grpSpPr>
            <a:xfrm rot="0">
              <a:off x="897974" y="9383002"/>
              <a:ext cx="10025381" cy="1598040"/>
              <a:chOff x="0" y="0"/>
              <a:chExt cx="5500118" cy="876710"/>
            </a:xfrm>
          </p:grpSpPr>
          <p:sp>
            <p:nvSpPr>
              <p:cNvPr name="Freeform 39" id="39"/>
              <p:cNvSpPr/>
              <p:nvPr/>
            </p:nvSpPr>
            <p:spPr>
              <a:xfrm flipH="false" flipV="false" rot="0">
                <a:off x="0" y="0"/>
                <a:ext cx="5500118" cy="876710"/>
              </a:xfrm>
              <a:custGeom>
                <a:avLst/>
                <a:gdLst/>
                <a:ahLst/>
                <a:cxnLst/>
                <a:rect r="r" b="b" t="t" l="l"/>
                <a:pathLst>
                  <a:path h="876710" w="5500118">
                    <a:moveTo>
                      <a:pt x="5500118" y="15445"/>
                    </a:moveTo>
                    <a:lnTo>
                      <a:pt x="5500118" y="861265"/>
                    </a:lnTo>
                    <a:cubicBezTo>
                      <a:pt x="5500118" y="869795"/>
                      <a:pt x="5493203" y="876710"/>
                      <a:pt x="5484673" y="876710"/>
                    </a:cubicBezTo>
                    <a:lnTo>
                      <a:pt x="15445" y="876710"/>
                    </a:lnTo>
                    <a:cubicBezTo>
                      <a:pt x="11348" y="876710"/>
                      <a:pt x="7420" y="875082"/>
                      <a:pt x="4524" y="872186"/>
                    </a:cubicBezTo>
                    <a:cubicBezTo>
                      <a:pt x="1627" y="869289"/>
                      <a:pt x="0" y="865361"/>
                      <a:pt x="0" y="861265"/>
                    </a:cubicBezTo>
                    <a:lnTo>
                      <a:pt x="0" y="15445"/>
                    </a:lnTo>
                    <a:cubicBezTo>
                      <a:pt x="0" y="6915"/>
                      <a:pt x="6915" y="0"/>
                      <a:pt x="15445" y="0"/>
                    </a:cubicBezTo>
                    <a:lnTo>
                      <a:pt x="5484673" y="0"/>
                    </a:lnTo>
                    <a:cubicBezTo>
                      <a:pt x="5488770" y="0"/>
                      <a:pt x="5492698" y="1627"/>
                      <a:pt x="5495594" y="4524"/>
                    </a:cubicBezTo>
                    <a:cubicBezTo>
                      <a:pt x="5498491" y="7420"/>
                      <a:pt x="5500118" y="11348"/>
                      <a:pt x="5500118" y="15445"/>
                    </a:cubicBezTo>
                    <a:close/>
                  </a:path>
                </a:pathLst>
              </a:custGeom>
              <a:solidFill>
                <a:srgbClr val="FFFFFF"/>
              </a:solidFill>
              <a:ln w="38100" cap="sq">
                <a:solidFill>
                  <a:srgbClr val="000000"/>
                </a:solidFill>
                <a:prstDash val="solid"/>
                <a:miter/>
              </a:ln>
            </p:spPr>
          </p:sp>
          <p:sp>
            <p:nvSpPr>
              <p:cNvPr name="TextBox 40" id="40"/>
              <p:cNvSpPr txBox="true"/>
              <p:nvPr/>
            </p:nvSpPr>
            <p:spPr>
              <a:xfrm>
                <a:off x="0" y="-9525"/>
                <a:ext cx="5500118" cy="886235"/>
              </a:xfrm>
              <a:prstGeom prst="rect">
                <a:avLst/>
              </a:prstGeom>
            </p:spPr>
            <p:txBody>
              <a:bodyPr anchor="ctr" rtlCol="false" tIns="28575" lIns="28575" bIns="28575" rIns="28575"/>
              <a:lstStyle/>
              <a:p>
                <a:pPr algn="ctr">
                  <a:lnSpc>
                    <a:spcPts val="1496"/>
                  </a:lnSpc>
                  <a:spcBef>
                    <a:spcPct val="0"/>
                  </a:spcBef>
                </a:pPr>
              </a:p>
            </p:txBody>
          </p:sp>
        </p:grpSp>
      </p:grpSp>
      <p:sp>
        <p:nvSpPr>
          <p:cNvPr name="Freeform 41" id="41"/>
          <p:cNvSpPr/>
          <p:nvPr/>
        </p:nvSpPr>
        <p:spPr>
          <a:xfrm flipH="false" flipV="false" rot="0">
            <a:off x="8970516" y="121090"/>
            <a:ext cx="1211963" cy="1187364"/>
          </a:xfrm>
          <a:custGeom>
            <a:avLst/>
            <a:gdLst/>
            <a:ahLst/>
            <a:cxnLst/>
            <a:rect r="r" b="b" t="t" l="l"/>
            <a:pathLst>
              <a:path h="1187364" w="1211963">
                <a:moveTo>
                  <a:pt x="0" y="0"/>
                </a:moveTo>
                <a:lnTo>
                  <a:pt x="1211964" y="0"/>
                </a:lnTo>
                <a:lnTo>
                  <a:pt x="1211964" y="1187365"/>
                </a:lnTo>
                <a:lnTo>
                  <a:pt x="0" y="1187365"/>
                </a:lnTo>
                <a:lnTo>
                  <a:pt x="0" y="0"/>
                </a:lnTo>
                <a:close/>
              </a:path>
            </a:pathLst>
          </a:custGeom>
          <a:blipFill>
            <a:blip r:embed="rId3"/>
            <a:stretch>
              <a:fillRect l="-327451" t="-295963" r="-232107" b="-262795"/>
            </a:stretch>
          </a:blipFill>
        </p:spPr>
      </p:sp>
      <p:grpSp>
        <p:nvGrpSpPr>
          <p:cNvPr name="Group 42" id="42"/>
          <p:cNvGrpSpPr/>
          <p:nvPr/>
        </p:nvGrpSpPr>
        <p:grpSpPr>
          <a:xfrm rot="0">
            <a:off x="3514281" y="13970964"/>
            <a:ext cx="3258439" cy="1360848"/>
            <a:chOff x="0" y="0"/>
            <a:chExt cx="4344585" cy="1814463"/>
          </a:xfrm>
        </p:grpSpPr>
        <p:sp>
          <p:nvSpPr>
            <p:cNvPr name="Freeform 43" id="43"/>
            <p:cNvSpPr/>
            <p:nvPr/>
          </p:nvSpPr>
          <p:spPr>
            <a:xfrm flipH="false" flipV="false" rot="0">
              <a:off x="0" y="0"/>
              <a:ext cx="4344585" cy="1814463"/>
            </a:xfrm>
            <a:custGeom>
              <a:avLst/>
              <a:gdLst/>
              <a:ahLst/>
              <a:cxnLst/>
              <a:rect r="r" b="b" t="t" l="l"/>
              <a:pathLst>
                <a:path h="1814463" w="4344585">
                  <a:moveTo>
                    <a:pt x="0" y="0"/>
                  </a:moveTo>
                  <a:lnTo>
                    <a:pt x="4344585" y="0"/>
                  </a:lnTo>
                  <a:lnTo>
                    <a:pt x="4344585" y="1814463"/>
                  </a:lnTo>
                  <a:lnTo>
                    <a:pt x="0" y="1814463"/>
                  </a:lnTo>
                  <a:lnTo>
                    <a:pt x="0" y="0"/>
                  </a:lnTo>
                  <a:close/>
                </a:path>
              </a:pathLst>
            </a:custGeom>
            <a:blipFill>
              <a:blip r:embed="rId4"/>
              <a:stretch>
                <a:fillRect l="-116773" t="-493229" r="-117870" b="-190832"/>
              </a:stretch>
            </a:blipFill>
          </p:spPr>
        </p:sp>
        <p:sp>
          <p:nvSpPr>
            <p:cNvPr name="TextBox 44" id="44"/>
            <p:cNvSpPr txBox="true"/>
            <p:nvPr/>
          </p:nvSpPr>
          <p:spPr>
            <a:xfrm rot="0">
              <a:off x="435205" y="599022"/>
              <a:ext cx="3474175" cy="718336"/>
            </a:xfrm>
            <a:prstGeom prst="rect">
              <a:avLst/>
            </a:prstGeom>
          </p:spPr>
          <p:txBody>
            <a:bodyPr anchor="t" rtlCol="false" tIns="0" lIns="0" bIns="0" rIns="0">
              <a:spAutoFit/>
            </a:bodyPr>
            <a:lstStyle/>
            <a:p>
              <a:pPr algn="ctr">
                <a:lnSpc>
                  <a:spcPts val="4561"/>
                </a:lnSpc>
              </a:pPr>
              <a:r>
                <a:rPr lang="en-US" sz="3258">
                  <a:solidFill>
                    <a:srgbClr val="FFFFFF"/>
                  </a:solidFill>
                  <a:latin typeface="Fredoka"/>
                  <a:ea typeface="Fredoka"/>
                  <a:cs typeface="Fredoka"/>
                  <a:sym typeface="Fredoka"/>
                </a:rPr>
                <a:t>Kembali</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82E2B"/>
        </a:solidFill>
      </p:bgPr>
    </p:bg>
    <p:spTree>
      <p:nvGrpSpPr>
        <p:cNvPr id="1" name=""/>
        <p:cNvGrpSpPr/>
        <p:nvPr/>
      </p:nvGrpSpPr>
      <p:grpSpPr>
        <a:xfrm>
          <a:off x="0" y="0"/>
          <a:ext cx="0" cy="0"/>
          <a:chOff x="0" y="0"/>
          <a:chExt cx="0" cy="0"/>
        </a:xfrm>
      </p:grpSpPr>
      <p:grpSp>
        <p:nvGrpSpPr>
          <p:cNvPr name="Group 2" id="2"/>
          <p:cNvGrpSpPr/>
          <p:nvPr/>
        </p:nvGrpSpPr>
        <p:grpSpPr>
          <a:xfrm rot="0">
            <a:off x="-10363088" y="0"/>
            <a:ext cx="30504227" cy="18288000"/>
            <a:chOff x="0" y="0"/>
            <a:chExt cx="40672303" cy="24384000"/>
          </a:xfrm>
        </p:grpSpPr>
        <p:sp>
          <p:nvSpPr>
            <p:cNvPr name="Freeform 3" id="3"/>
            <p:cNvSpPr/>
            <p:nvPr/>
          </p:nvSpPr>
          <p:spPr>
            <a:xfrm flipH="false" flipV="false" rot="0">
              <a:off x="23198414" y="0"/>
              <a:ext cx="17473889" cy="24384000"/>
            </a:xfrm>
            <a:custGeom>
              <a:avLst/>
              <a:gdLst/>
              <a:ahLst/>
              <a:cxnLst/>
              <a:rect r="r" b="b" t="t" l="l"/>
              <a:pathLst>
                <a:path h="24384000" w="17473889">
                  <a:moveTo>
                    <a:pt x="0" y="0"/>
                  </a:moveTo>
                  <a:lnTo>
                    <a:pt x="17473889" y="0"/>
                  </a:lnTo>
                  <a:lnTo>
                    <a:pt x="17473889" y="24384000"/>
                  </a:lnTo>
                  <a:lnTo>
                    <a:pt x="0" y="24384000"/>
                  </a:lnTo>
                  <a:lnTo>
                    <a:pt x="0" y="0"/>
                  </a:lnTo>
                  <a:close/>
                </a:path>
              </a:pathLst>
            </a:custGeom>
            <a:blipFill>
              <a:blip r:embed="rId2">
                <a:alphaModFix amt="5000"/>
              </a:blip>
              <a:stretch>
                <a:fillRect l="0" t="0" r="-39545" b="0"/>
              </a:stretch>
            </a:blipFill>
          </p:spPr>
        </p:sp>
        <p:sp>
          <p:nvSpPr>
            <p:cNvPr name="Freeform 4" id="4"/>
            <p:cNvSpPr/>
            <p:nvPr/>
          </p:nvSpPr>
          <p:spPr>
            <a:xfrm flipH="false" flipV="false" rot="0">
              <a:off x="0" y="0"/>
              <a:ext cx="23206140" cy="24384000"/>
            </a:xfrm>
            <a:custGeom>
              <a:avLst/>
              <a:gdLst/>
              <a:ahLst/>
              <a:cxnLst/>
              <a:rect r="r" b="b" t="t" l="l"/>
              <a:pathLst>
                <a:path h="24384000" w="23206140">
                  <a:moveTo>
                    <a:pt x="0" y="0"/>
                  </a:moveTo>
                  <a:lnTo>
                    <a:pt x="23206140" y="0"/>
                  </a:lnTo>
                  <a:lnTo>
                    <a:pt x="23206140" y="24384000"/>
                  </a:lnTo>
                  <a:lnTo>
                    <a:pt x="0" y="24384000"/>
                  </a:lnTo>
                  <a:lnTo>
                    <a:pt x="0" y="0"/>
                  </a:lnTo>
                  <a:close/>
                </a:path>
              </a:pathLst>
            </a:custGeom>
            <a:blipFill>
              <a:blip r:embed="rId2">
                <a:alphaModFix amt="5000"/>
              </a:blip>
              <a:stretch>
                <a:fillRect l="-5075" t="0" r="0" b="0"/>
              </a:stretch>
            </a:blipFill>
          </p:spPr>
        </p:sp>
      </p:grpSp>
      <p:grpSp>
        <p:nvGrpSpPr>
          <p:cNvPr name="Group 5" id="5"/>
          <p:cNvGrpSpPr/>
          <p:nvPr/>
        </p:nvGrpSpPr>
        <p:grpSpPr>
          <a:xfrm rot="-240041">
            <a:off x="501446" y="6780035"/>
            <a:ext cx="6147713" cy="4727930"/>
            <a:chOff x="0" y="0"/>
            <a:chExt cx="2470130" cy="1899666"/>
          </a:xfrm>
        </p:grpSpPr>
        <p:sp>
          <p:nvSpPr>
            <p:cNvPr name="Freeform 6" id="6"/>
            <p:cNvSpPr/>
            <p:nvPr/>
          </p:nvSpPr>
          <p:spPr>
            <a:xfrm flipH="false" flipV="false" rot="0">
              <a:off x="0" y="0"/>
              <a:ext cx="2470130" cy="1899666"/>
            </a:xfrm>
            <a:custGeom>
              <a:avLst/>
              <a:gdLst/>
              <a:ahLst/>
              <a:cxnLst/>
              <a:rect r="r" b="b" t="t" l="l"/>
              <a:pathLst>
                <a:path h="1899666" w="2470130">
                  <a:moveTo>
                    <a:pt x="0" y="0"/>
                  </a:moveTo>
                  <a:lnTo>
                    <a:pt x="2470130" y="0"/>
                  </a:lnTo>
                  <a:lnTo>
                    <a:pt x="2470130" y="1899666"/>
                  </a:lnTo>
                  <a:lnTo>
                    <a:pt x="0" y="1899666"/>
                  </a:lnTo>
                  <a:close/>
                </a:path>
              </a:pathLst>
            </a:custGeom>
            <a:solidFill>
              <a:srgbClr val="2B1511"/>
            </a:solidFill>
          </p:spPr>
        </p:sp>
        <p:sp>
          <p:nvSpPr>
            <p:cNvPr name="TextBox 7" id="7"/>
            <p:cNvSpPr txBox="true"/>
            <p:nvPr/>
          </p:nvSpPr>
          <p:spPr>
            <a:xfrm>
              <a:off x="0" y="-9525"/>
              <a:ext cx="2470130" cy="1909191"/>
            </a:xfrm>
            <a:prstGeom prst="rect">
              <a:avLst/>
            </a:prstGeom>
          </p:spPr>
          <p:txBody>
            <a:bodyPr anchor="ctr" rtlCol="false" tIns="28575" lIns="28575" bIns="28575" rIns="28575"/>
            <a:lstStyle/>
            <a:p>
              <a:pPr algn="ctr">
                <a:lnSpc>
                  <a:spcPts val="1496"/>
                </a:lnSpc>
                <a:spcBef>
                  <a:spcPct val="0"/>
                </a:spcBef>
              </a:pPr>
            </a:p>
          </p:txBody>
        </p:sp>
      </p:grpSp>
      <p:grpSp>
        <p:nvGrpSpPr>
          <p:cNvPr name="Group 8" id="8"/>
          <p:cNvGrpSpPr/>
          <p:nvPr/>
        </p:nvGrpSpPr>
        <p:grpSpPr>
          <a:xfrm rot="239655">
            <a:off x="553141" y="6911213"/>
            <a:ext cx="6044324" cy="4465574"/>
            <a:chOff x="0" y="0"/>
            <a:chExt cx="2428589" cy="1794253"/>
          </a:xfrm>
        </p:grpSpPr>
        <p:sp>
          <p:nvSpPr>
            <p:cNvPr name="Freeform 9" id="9"/>
            <p:cNvSpPr/>
            <p:nvPr/>
          </p:nvSpPr>
          <p:spPr>
            <a:xfrm flipH="false" flipV="false" rot="0">
              <a:off x="0" y="0"/>
              <a:ext cx="2428589" cy="1794253"/>
            </a:xfrm>
            <a:custGeom>
              <a:avLst/>
              <a:gdLst/>
              <a:ahLst/>
              <a:cxnLst/>
              <a:rect r="r" b="b" t="t" l="l"/>
              <a:pathLst>
                <a:path h="1794253" w="2428589">
                  <a:moveTo>
                    <a:pt x="0" y="0"/>
                  </a:moveTo>
                  <a:lnTo>
                    <a:pt x="2428589" y="0"/>
                  </a:lnTo>
                  <a:lnTo>
                    <a:pt x="2428589" y="1794253"/>
                  </a:lnTo>
                  <a:lnTo>
                    <a:pt x="0" y="1794253"/>
                  </a:lnTo>
                  <a:close/>
                </a:path>
              </a:pathLst>
            </a:custGeom>
            <a:solidFill>
              <a:srgbClr val="382621"/>
            </a:solidFill>
          </p:spPr>
        </p:sp>
        <p:sp>
          <p:nvSpPr>
            <p:cNvPr name="TextBox 10" id="10"/>
            <p:cNvSpPr txBox="true"/>
            <p:nvPr/>
          </p:nvSpPr>
          <p:spPr>
            <a:xfrm>
              <a:off x="0" y="-9525"/>
              <a:ext cx="2428589" cy="1803778"/>
            </a:xfrm>
            <a:prstGeom prst="rect">
              <a:avLst/>
            </a:prstGeom>
          </p:spPr>
          <p:txBody>
            <a:bodyPr anchor="ctr" rtlCol="false" tIns="28575" lIns="28575" bIns="28575" rIns="28575"/>
            <a:lstStyle/>
            <a:p>
              <a:pPr algn="ctr">
                <a:lnSpc>
                  <a:spcPts val="1496"/>
                </a:lnSpc>
                <a:spcBef>
                  <a:spcPct val="0"/>
                </a:spcBef>
              </a:pPr>
            </a:p>
          </p:txBody>
        </p:sp>
      </p:grpSp>
      <p:sp>
        <p:nvSpPr>
          <p:cNvPr name="Freeform 11" id="11"/>
          <p:cNvSpPr/>
          <p:nvPr/>
        </p:nvSpPr>
        <p:spPr>
          <a:xfrm flipH="false" flipV="false" rot="0">
            <a:off x="5808789" y="7147272"/>
            <a:ext cx="4214730" cy="3993456"/>
          </a:xfrm>
          <a:custGeom>
            <a:avLst/>
            <a:gdLst/>
            <a:ahLst/>
            <a:cxnLst/>
            <a:rect r="r" b="b" t="t" l="l"/>
            <a:pathLst>
              <a:path h="3993456" w="4214730">
                <a:moveTo>
                  <a:pt x="0" y="0"/>
                </a:moveTo>
                <a:lnTo>
                  <a:pt x="4214730" y="0"/>
                </a:lnTo>
                <a:lnTo>
                  <a:pt x="4214730" y="3993456"/>
                </a:lnTo>
                <a:lnTo>
                  <a:pt x="0" y="39934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855206" y="7235114"/>
            <a:ext cx="4953584" cy="768730"/>
          </a:xfrm>
          <a:prstGeom prst="rect">
            <a:avLst/>
          </a:prstGeom>
        </p:spPr>
        <p:txBody>
          <a:bodyPr anchor="t" rtlCol="false" tIns="0" lIns="0" bIns="0" rIns="0">
            <a:spAutoFit/>
          </a:bodyPr>
          <a:lstStyle/>
          <a:p>
            <a:pPr algn="ctr">
              <a:lnSpc>
                <a:spcPts val="6075"/>
              </a:lnSpc>
            </a:pPr>
            <a:r>
              <a:rPr lang="en-US" sz="5062">
                <a:solidFill>
                  <a:srgbClr val="FFFFFF"/>
                </a:solidFill>
                <a:latin typeface="Fredoka"/>
                <a:ea typeface="Fredoka"/>
                <a:cs typeface="Fredoka"/>
                <a:sym typeface="Fredoka"/>
              </a:rPr>
              <a:t>WHAT IS SOIL?</a:t>
            </a:r>
          </a:p>
        </p:txBody>
      </p:sp>
      <p:sp>
        <p:nvSpPr>
          <p:cNvPr name="TextBox 13" id="13"/>
          <p:cNvSpPr txBox="true"/>
          <p:nvPr/>
        </p:nvSpPr>
        <p:spPr>
          <a:xfrm rot="0">
            <a:off x="855206" y="8369321"/>
            <a:ext cx="4953584" cy="2683565"/>
          </a:xfrm>
          <a:prstGeom prst="rect">
            <a:avLst/>
          </a:prstGeom>
        </p:spPr>
        <p:txBody>
          <a:bodyPr anchor="t" rtlCol="false" tIns="0" lIns="0" bIns="0" rIns="0">
            <a:spAutoFit/>
          </a:bodyPr>
          <a:lstStyle/>
          <a:p>
            <a:pPr algn="ctr">
              <a:lnSpc>
                <a:spcPts val="2699"/>
              </a:lnSpc>
            </a:pPr>
            <a:r>
              <a:rPr lang="en-US" sz="2249">
                <a:solidFill>
                  <a:srgbClr val="E0D7C9"/>
                </a:solidFill>
                <a:latin typeface="Now"/>
                <a:ea typeface="Now"/>
                <a:cs typeface="Now"/>
                <a:sym typeface="Now"/>
              </a:rPr>
              <a:t>Soil is the loose material that covers much of the Earth’s surface. It is made up of tiny pieces of rock, dead plants and animals, water, and air. It important because plants grow in it, animals live in it, and people use it to build homes and grow food.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82E2B"/>
        </a:solidFill>
      </p:bgPr>
    </p:bg>
    <p:spTree>
      <p:nvGrpSpPr>
        <p:cNvPr id="1" name=""/>
        <p:cNvGrpSpPr/>
        <p:nvPr/>
      </p:nvGrpSpPr>
      <p:grpSpPr>
        <a:xfrm>
          <a:off x="0" y="0"/>
          <a:ext cx="0" cy="0"/>
          <a:chOff x="0" y="0"/>
          <a:chExt cx="0" cy="0"/>
        </a:xfrm>
      </p:grpSpPr>
      <p:grpSp>
        <p:nvGrpSpPr>
          <p:cNvPr name="Group 2" id="2"/>
          <p:cNvGrpSpPr/>
          <p:nvPr/>
        </p:nvGrpSpPr>
        <p:grpSpPr>
          <a:xfrm rot="0">
            <a:off x="-10363088" y="0"/>
            <a:ext cx="30504227" cy="18288000"/>
            <a:chOff x="0" y="0"/>
            <a:chExt cx="40672303" cy="24384000"/>
          </a:xfrm>
        </p:grpSpPr>
        <p:sp>
          <p:nvSpPr>
            <p:cNvPr name="Freeform 3" id="3"/>
            <p:cNvSpPr/>
            <p:nvPr/>
          </p:nvSpPr>
          <p:spPr>
            <a:xfrm flipH="false" flipV="false" rot="0">
              <a:off x="23198414" y="0"/>
              <a:ext cx="17473889" cy="24384000"/>
            </a:xfrm>
            <a:custGeom>
              <a:avLst/>
              <a:gdLst/>
              <a:ahLst/>
              <a:cxnLst/>
              <a:rect r="r" b="b" t="t" l="l"/>
              <a:pathLst>
                <a:path h="24384000" w="17473889">
                  <a:moveTo>
                    <a:pt x="0" y="0"/>
                  </a:moveTo>
                  <a:lnTo>
                    <a:pt x="17473889" y="0"/>
                  </a:lnTo>
                  <a:lnTo>
                    <a:pt x="17473889" y="24384000"/>
                  </a:lnTo>
                  <a:lnTo>
                    <a:pt x="0" y="24384000"/>
                  </a:lnTo>
                  <a:lnTo>
                    <a:pt x="0" y="0"/>
                  </a:lnTo>
                  <a:close/>
                </a:path>
              </a:pathLst>
            </a:custGeom>
            <a:blipFill>
              <a:blip r:embed="rId2">
                <a:alphaModFix amt="5000"/>
              </a:blip>
              <a:stretch>
                <a:fillRect l="0" t="0" r="-39545" b="0"/>
              </a:stretch>
            </a:blipFill>
          </p:spPr>
        </p:sp>
        <p:sp>
          <p:nvSpPr>
            <p:cNvPr name="Freeform 4" id="4"/>
            <p:cNvSpPr/>
            <p:nvPr/>
          </p:nvSpPr>
          <p:spPr>
            <a:xfrm flipH="false" flipV="false" rot="0">
              <a:off x="0" y="0"/>
              <a:ext cx="23206140" cy="24384000"/>
            </a:xfrm>
            <a:custGeom>
              <a:avLst/>
              <a:gdLst/>
              <a:ahLst/>
              <a:cxnLst/>
              <a:rect r="r" b="b" t="t" l="l"/>
              <a:pathLst>
                <a:path h="24384000" w="23206140">
                  <a:moveTo>
                    <a:pt x="0" y="0"/>
                  </a:moveTo>
                  <a:lnTo>
                    <a:pt x="23206140" y="0"/>
                  </a:lnTo>
                  <a:lnTo>
                    <a:pt x="23206140" y="24384000"/>
                  </a:lnTo>
                  <a:lnTo>
                    <a:pt x="0" y="24384000"/>
                  </a:lnTo>
                  <a:lnTo>
                    <a:pt x="0" y="0"/>
                  </a:lnTo>
                  <a:close/>
                </a:path>
              </a:pathLst>
            </a:custGeom>
            <a:blipFill>
              <a:blip r:embed="rId2">
                <a:alphaModFix amt="5000"/>
              </a:blip>
              <a:stretch>
                <a:fillRect l="-5075" t="0" r="0" b="0"/>
              </a:stretch>
            </a:blipFill>
          </p:spPr>
        </p:sp>
      </p:grpSp>
      <p:grpSp>
        <p:nvGrpSpPr>
          <p:cNvPr name="Group 5" id="5"/>
          <p:cNvGrpSpPr/>
          <p:nvPr/>
        </p:nvGrpSpPr>
        <p:grpSpPr>
          <a:xfrm rot="-240041">
            <a:off x="3730088" y="6780035"/>
            <a:ext cx="6147713" cy="4727930"/>
            <a:chOff x="0" y="0"/>
            <a:chExt cx="2470130" cy="1899666"/>
          </a:xfrm>
        </p:grpSpPr>
        <p:sp>
          <p:nvSpPr>
            <p:cNvPr name="Freeform 6" id="6"/>
            <p:cNvSpPr/>
            <p:nvPr/>
          </p:nvSpPr>
          <p:spPr>
            <a:xfrm flipH="false" flipV="false" rot="0">
              <a:off x="0" y="0"/>
              <a:ext cx="2470130" cy="1899666"/>
            </a:xfrm>
            <a:custGeom>
              <a:avLst/>
              <a:gdLst/>
              <a:ahLst/>
              <a:cxnLst/>
              <a:rect r="r" b="b" t="t" l="l"/>
              <a:pathLst>
                <a:path h="1899666" w="2470130">
                  <a:moveTo>
                    <a:pt x="0" y="0"/>
                  </a:moveTo>
                  <a:lnTo>
                    <a:pt x="2470130" y="0"/>
                  </a:lnTo>
                  <a:lnTo>
                    <a:pt x="2470130" y="1899666"/>
                  </a:lnTo>
                  <a:lnTo>
                    <a:pt x="0" y="1899666"/>
                  </a:lnTo>
                  <a:close/>
                </a:path>
              </a:pathLst>
            </a:custGeom>
            <a:solidFill>
              <a:srgbClr val="2B1511"/>
            </a:solidFill>
          </p:spPr>
        </p:sp>
        <p:sp>
          <p:nvSpPr>
            <p:cNvPr name="TextBox 7" id="7"/>
            <p:cNvSpPr txBox="true"/>
            <p:nvPr/>
          </p:nvSpPr>
          <p:spPr>
            <a:xfrm>
              <a:off x="0" y="-9525"/>
              <a:ext cx="2470130" cy="1909191"/>
            </a:xfrm>
            <a:prstGeom prst="rect">
              <a:avLst/>
            </a:prstGeom>
          </p:spPr>
          <p:txBody>
            <a:bodyPr anchor="ctr" rtlCol="false" tIns="28575" lIns="28575" bIns="28575" rIns="28575"/>
            <a:lstStyle/>
            <a:p>
              <a:pPr algn="ctr">
                <a:lnSpc>
                  <a:spcPts val="1496"/>
                </a:lnSpc>
                <a:spcBef>
                  <a:spcPct val="0"/>
                </a:spcBef>
              </a:pPr>
            </a:p>
          </p:txBody>
        </p:sp>
      </p:grpSp>
      <p:grpSp>
        <p:nvGrpSpPr>
          <p:cNvPr name="Group 8" id="8"/>
          <p:cNvGrpSpPr/>
          <p:nvPr/>
        </p:nvGrpSpPr>
        <p:grpSpPr>
          <a:xfrm rot="239655">
            <a:off x="3781783" y="6911213"/>
            <a:ext cx="6044324" cy="4465574"/>
            <a:chOff x="0" y="0"/>
            <a:chExt cx="2428589" cy="1794253"/>
          </a:xfrm>
        </p:grpSpPr>
        <p:sp>
          <p:nvSpPr>
            <p:cNvPr name="Freeform 9" id="9"/>
            <p:cNvSpPr/>
            <p:nvPr/>
          </p:nvSpPr>
          <p:spPr>
            <a:xfrm flipH="false" flipV="false" rot="0">
              <a:off x="0" y="0"/>
              <a:ext cx="2428589" cy="1794253"/>
            </a:xfrm>
            <a:custGeom>
              <a:avLst/>
              <a:gdLst/>
              <a:ahLst/>
              <a:cxnLst/>
              <a:rect r="r" b="b" t="t" l="l"/>
              <a:pathLst>
                <a:path h="1794253" w="2428589">
                  <a:moveTo>
                    <a:pt x="0" y="0"/>
                  </a:moveTo>
                  <a:lnTo>
                    <a:pt x="2428589" y="0"/>
                  </a:lnTo>
                  <a:lnTo>
                    <a:pt x="2428589" y="1794253"/>
                  </a:lnTo>
                  <a:lnTo>
                    <a:pt x="0" y="1794253"/>
                  </a:lnTo>
                  <a:close/>
                </a:path>
              </a:pathLst>
            </a:custGeom>
            <a:solidFill>
              <a:srgbClr val="382621"/>
            </a:solidFill>
          </p:spPr>
        </p:sp>
        <p:sp>
          <p:nvSpPr>
            <p:cNvPr name="TextBox 10" id="10"/>
            <p:cNvSpPr txBox="true"/>
            <p:nvPr/>
          </p:nvSpPr>
          <p:spPr>
            <a:xfrm>
              <a:off x="0" y="-9525"/>
              <a:ext cx="2428589" cy="1803778"/>
            </a:xfrm>
            <a:prstGeom prst="rect">
              <a:avLst/>
            </a:prstGeom>
          </p:spPr>
          <p:txBody>
            <a:bodyPr anchor="ctr" rtlCol="false" tIns="28575" lIns="28575" bIns="28575" rIns="28575"/>
            <a:lstStyle/>
            <a:p>
              <a:pPr algn="ctr">
                <a:lnSpc>
                  <a:spcPts val="1496"/>
                </a:lnSpc>
                <a:spcBef>
                  <a:spcPct val="0"/>
                </a:spcBef>
              </a:pPr>
            </a:p>
          </p:txBody>
        </p:sp>
      </p:grpSp>
      <p:sp>
        <p:nvSpPr>
          <p:cNvPr name="Freeform 11" id="11"/>
          <p:cNvSpPr/>
          <p:nvPr/>
        </p:nvSpPr>
        <p:spPr>
          <a:xfrm flipH="false" flipV="false" rot="0">
            <a:off x="-895392" y="7296525"/>
            <a:ext cx="5222544" cy="3694950"/>
          </a:xfrm>
          <a:custGeom>
            <a:avLst/>
            <a:gdLst/>
            <a:ahLst/>
            <a:cxnLst/>
            <a:rect r="r" b="b" t="t" l="l"/>
            <a:pathLst>
              <a:path h="3694950" w="5222544">
                <a:moveTo>
                  <a:pt x="0" y="0"/>
                </a:moveTo>
                <a:lnTo>
                  <a:pt x="5222545" y="0"/>
                </a:lnTo>
                <a:lnTo>
                  <a:pt x="5222545" y="3694950"/>
                </a:lnTo>
                <a:lnTo>
                  <a:pt x="0" y="36949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4327153" y="7108964"/>
            <a:ext cx="4953584" cy="1537459"/>
          </a:xfrm>
          <a:prstGeom prst="rect">
            <a:avLst/>
          </a:prstGeom>
        </p:spPr>
        <p:txBody>
          <a:bodyPr anchor="t" rtlCol="false" tIns="0" lIns="0" bIns="0" rIns="0">
            <a:spAutoFit/>
          </a:bodyPr>
          <a:lstStyle/>
          <a:p>
            <a:pPr algn="ctr">
              <a:lnSpc>
                <a:spcPts val="6075"/>
              </a:lnSpc>
            </a:pPr>
            <a:r>
              <a:rPr lang="en-US" sz="5062">
                <a:solidFill>
                  <a:srgbClr val="FFFFFF"/>
                </a:solidFill>
                <a:latin typeface="Fredoka"/>
                <a:ea typeface="Fredoka"/>
                <a:cs typeface="Fredoka"/>
                <a:sym typeface="Fredoka"/>
              </a:rPr>
              <a:t>WHAT ARE SOIL HORIZON?</a:t>
            </a:r>
          </a:p>
        </p:txBody>
      </p:sp>
      <p:sp>
        <p:nvSpPr>
          <p:cNvPr name="TextBox 13" id="13"/>
          <p:cNvSpPr txBox="true"/>
          <p:nvPr/>
        </p:nvSpPr>
        <p:spPr>
          <a:xfrm rot="0">
            <a:off x="4327153" y="8738670"/>
            <a:ext cx="4953584" cy="2348120"/>
          </a:xfrm>
          <a:prstGeom prst="rect">
            <a:avLst/>
          </a:prstGeom>
        </p:spPr>
        <p:txBody>
          <a:bodyPr anchor="t" rtlCol="false" tIns="0" lIns="0" bIns="0" rIns="0">
            <a:spAutoFit/>
          </a:bodyPr>
          <a:lstStyle/>
          <a:p>
            <a:pPr algn="ctr">
              <a:lnSpc>
                <a:spcPts val="2699"/>
              </a:lnSpc>
            </a:pPr>
            <a:r>
              <a:rPr lang="en-US" sz="2249">
                <a:solidFill>
                  <a:srgbClr val="E0D7C9"/>
                </a:solidFill>
                <a:latin typeface="Now"/>
                <a:ea typeface="Now"/>
                <a:cs typeface="Now"/>
                <a:sym typeface="Now"/>
              </a:rPr>
              <a:t>Soil horizons are the different layers in a soil profile. When you dig into the ground, you can see these layers. Each one looks and feels different because it has different materials. The layers are stacked on top of each other.</a:t>
            </a:r>
          </a:p>
        </p:txBody>
      </p:sp>
    </p:spTree>
  </p:cSld>
  <p:clrMapOvr>
    <a:masterClrMapping/>
  </p:clrMapOvr>
  <p:transition spd="med">
    <p:cover dir="rd"/>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82E2B"/>
        </a:solidFill>
      </p:bgPr>
    </p:bg>
    <p:spTree>
      <p:nvGrpSpPr>
        <p:cNvPr id="1" name=""/>
        <p:cNvGrpSpPr/>
        <p:nvPr/>
      </p:nvGrpSpPr>
      <p:grpSpPr>
        <a:xfrm>
          <a:off x="0" y="0"/>
          <a:ext cx="0" cy="0"/>
          <a:chOff x="0" y="0"/>
          <a:chExt cx="0" cy="0"/>
        </a:xfrm>
      </p:grpSpPr>
      <p:grpSp>
        <p:nvGrpSpPr>
          <p:cNvPr name="Group 2" id="2"/>
          <p:cNvGrpSpPr/>
          <p:nvPr/>
        </p:nvGrpSpPr>
        <p:grpSpPr>
          <a:xfrm rot="0">
            <a:off x="-10363088" y="0"/>
            <a:ext cx="30504227" cy="18288000"/>
            <a:chOff x="0" y="0"/>
            <a:chExt cx="40672303" cy="24384000"/>
          </a:xfrm>
        </p:grpSpPr>
        <p:sp>
          <p:nvSpPr>
            <p:cNvPr name="Freeform 3" id="3"/>
            <p:cNvSpPr/>
            <p:nvPr/>
          </p:nvSpPr>
          <p:spPr>
            <a:xfrm flipH="false" flipV="false" rot="0">
              <a:off x="23198414" y="0"/>
              <a:ext cx="17473889" cy="24384000"/>
            </a:xfrm>
            <a:custGeom>
              <a:avLst/>
              <a:gdLst/>
              <a:ahLst/>
              <a:cxnLst/>
              <a:rect r="r" b="b" t="t" l="l"/>
              <a:pathLst>
                <a:path h="24384000" w="17473889">
                  <a:moveTo>
                    <a:pt x="0" y="0"/>
                  </a:moveTo>
                  <a:lnTo>
                    <a:pt x="17473889" y="0"/>
                  </a:lnTo>
                  <a:lnTo>
                    <a:pt x="17473889" y="24384000"/>
                  </a:lnTo>
                  <a:lnTo>
                    <a:pt x="0" y="24384000"/>
                  </a:lnTo>
                  <a:lnTo>
                    <a:pt x="0" y="0"/>
                  </a:lnTo>
                  <a:close/>
                </a:path>
              </a:pathLst>
            </a:custGeom>
            <a:blipFill>
              <a:blip r:embed="rId2">
                <a:alphaModFix amt="5000"/>
              </a:blip>
              <a:stretch>
                <a:fillRect l="0" t="0" r="-39545" b="0"/>
              </a:stretch>
            </a:blipFill>
          </p:spPr>
        </p:sp>
        <p:sp>
          <p:nvSpPr>
            <p:cNvPr name="Freeform 4" id="4"/>
            <p:cNvSpPr/>
            <p:nvPr/>
          </p:nvSpPr>
          <p:spPr>
            <a:xfrm flipH="false" flipV="false" rot="0">
              <a:off x="0" y="0"/>
              <a:ext cx="23206140" cy="24384000"/>
            </a:xfrm>
            <a:custGeom>
              <a:avLst/>
              <a:gdLst/>
              <a:ahLst/>
              <a:cxnLst/>
              <a:rect r="r" b="b" t="t" l="l"/>
              <a:pathLst>
                <a:path h="24384000" w="23206140">
                  <a:moveTo>
                    <a:pt x="0" y="0"/>
                  </a:moveTo>
                  <a:lnTo>
                    <a:pt x="23206140" y="0"/>
                  </a:lnTo>
                  <a:lnTo>
                    <a:pt x="23206140" y="24384000"/>
                  </a:lnTo>
                  <a:lnTo>
                    <a:pt x="0" y="24384000"/>
                  </a:lnTo>
                  <a:lnTo>
                    <a:pt x="0" y="0"/>
                  </a:lnTo>
                  <a:close/>
                </a:path>
              </a:pathLst>
            </a:custGeom>
            <a:blipFill>
              <a:blip r:embed="rId2">
                <a:alphaModFix amt="5000"/>
              </a:blip>
              <a:stretch>
                <a:fillRect l="-5075" t="0" r="0" b="0"/>
              </a:stretch>
            </a:blipFill>
          </p:spPr>
        </p:sp>
      </p:grpSp>
      <p:grpSp>
        <p:nvGrpSpPr>
          <p:cNvPr name="Group 5" id="5"/>
          <p:cNvGrpSpPr/>
          <p:nvPr/>
        </p:nvGrpSpPr>
        <p:grpSpPr>
          <a:xfrm rot="-240041">
            <a:off x="378722" y="8028410"/>
            <a:ext cx="9529556" cy="2231179"/>
            <a:chOff x="0" y="0"/>
            <a:chExt cx="3828943" cy="896480"/>
          </a:xfrm>
        </p:grpSpPr>
        <p:sp>
          <p:nvSpPr>
            <p:cNvPr name="Freeform 6" id="6"/>
            <p:cNvSpPr/>
            <p:nvPr/>
          </p:nvSpPr>
          <p:spPr>
            <a:xfrm flipH="false" flipV="false" rot="0">
              <a:off x="0" y="0"/>
              <a:ext cx="3828943" cy="896480"/>
            </a:xfrm>
            <a:custGeom>
              <a:avLst/>
              <a:gdLst/>
              <a:ahLst/>
              <a:cxnLst/>
              <a:rect r="r" b="b" t="t" l="l"/>
              <a:pathLst>
                <a:path h="896480" w="3828943">
                  <a:moveTo>
                    <a:pt x="0" y="0"/>
                  </a:moveTo>
                  <a:lnTo>
                    <a:pt x="3828943" y="0"/>
                  </a:lnTo>
                  <a:lnTo>
                    <a:pt x="3828943" y="896480"/>
                  </a:lnTo>
                  <a:lnTo>
                    <a:pt x="0" y="896480"/>
                  </a:lnTo>
                  <a:close/>
                </a:path>
              </a:pathLst>
            </a:custGeom>
            <a:solidFill>
              <a:srgbClr val="2B1511"/>
            </a:solidFill>
          </p:spPr>
        </p:sp>
        <p:sp>
          <p:nvSpPr>
            <p:cNvPr name="TextBox 7" id="7"/>
            <p:cNvSpPr txBox="true"/>
            <p:nvPr/>
          </p:nvSpPr>
          <p:spPr>
            <a:xfrm>
              <a:off x="0" y="-9525"/>
              <a:ext cx="3828943" cy="906005"/>
            </a:xfrm>
            <a:prstGeom prst="rect">
              <a:avLst/>
            </a:prstGeom>
          </p:spPr>
          <p:txBody>
            <a:bodyPr anchor="ctr" rtlCol="false" tIns="28575" lIns="28575" bIns="28575" rIns="28575"/>
            <a:lstStyle/>
            <a:p>
              <a:pPr algn="ctr">
                <a:lnSpc>
                  <a:spcPts val="1496"/>
                </a:lnSpc>
                <a:spcBef>
                  <a:spcPct val="0"/>
                </a:spcBef>
              </a:pPr>
            </a:p>
          </p:txBody>
        </p:sp>
      </p:grpSp>
      <p:grpSp>
        <p:nvGrpSpPr>
          <p:cNvPr name="Group 8" id="8"/>
          <p:cNvGrpSpPr/>
          <p:nvPr/>
        </p:nvGrpSpPr>
        <p:grpSpPr>
          <a:xfrm rot="239655">
            <a:off x="460681" y="8094175"/>
            <a:ext cx="9365637" cy="2099651"/>
            <a:chOff x="0" y="0"/>
            <a:chExt cx="3763081" cy="843633"/>
          </a:xfrm>
        </p:grpSpPr>
        <p:sp>
          <p:nvSpPr>
            <p:cNvPr name="Freeform 9" id="9"/>
            <p:cNvSpPr/>
            <p:nvPr/>
          </p:nvSpPr>
          <p:spPr>
            <a:xfrm flipH="false" flipV="false" rot="0">
              <a:off x="0" y="0"/>
              <a:ext cx="3763082" cy="843633"/>
            </a:xfrm>
            <a:custGeom>
              <a:avLst/>
              <a:gdLst/>
              <a:ahLst/>
              <a:cxnLst/>
              <a:rect r="r" b="b" t="t" l="l"/>
              <a:pathLst>
                <a:path h="843633" w="3763082">
                  <a:moveTo>
                    <a:pt x="0" y="0"/>
                  </a:moveTo>
                  <a:lnTo>
                    <a:pt x="3763082" y="0"/>
                  </a:lnTo>
                  <a:lnTo>
                    <a:pt x="3763082" y="843633"/>
                  </a:lnTo>
                  <a:lnTo>
                    <a:pt x="0" y="843633"/>
                  </a:lnTo>
                  <a:close/>
                </a:path>
              </a:pathLst>
            </a:custGeom>
            <a:solidFill>
              <a:srgbClr val="382621"/>
            </a:solidFill>
          </p:spPr>
        </p:sp>
        <p:sp>
          <p:nvSpPr>
            <p:cNvPr name="TextBox 10" id="10"/>
            <p:cNvSpPr txBox="true"/>
            <p:nvPr/>
          </p:nvSpPr>
          <p:spPr>
            <a:xfrm>
              <a:off x="0" y="-9525"/>
              <a:ext cx="3763081" cy="853158"/>
            </a:xfrm>
            <a:prstGeom prst="rect">
              <a:avLst/>
            </a:prstGeom>
          </p:spPr>
          <p:txBody>
            <a:bodyPr anchor="ctr" rtlCol="false" tIns="28575" lIns="28575" bIns="28575" rIns="28575"/>
            <a:lstStyle/>
            <a:p>
              <a:pPr algn="ctr">
                <a:lnSpc>
                  <a:spcPts val="1496"/>
                </a:lnSpc>
                <a:spcBef>
                  <a:spcPct val="0"/>
                </a:spcBef>
              </a:pPr>
            </a:p>
          </p:txBody>
        </p:sp>
      </p:grpSp>
      <p:sp>
        <p:nvSpPr>
          <p:cNvPr name="TextBox 11" id="11"/>
          <p:cNvSpPr txBox="true"/>
          <p:nvPr/>
        </p:nvSpPr>
        <p:spPr>
          <a:xfrm rot="0">
            <a:off x="578644" y="8759635"/>
            <a:ext cx="9129712" cy="768730"/>
          </a:xfrm>
          <a:prstGeom prst="rect">
            <a:avLst/>
          </a:prstGeom>
        </p:spPr>
        <p:txBody>
          <a:bodyPr anchor="t" rtlCol="false" tIns="0" lIns="0" bIns="0" rIns="0">
            <a:spAutoFit/>
          </a:bodyPr>
          <a:lstStyle/>
          <a:p>
            <a:pPr algn="ctr">
              <a:lnSpc>
                <a:spcPts val="6075"/>
              </a:lnSpc>
            </a:pPr>
            <a:r>
              <a:rPr lang="en-US" sz="5062">
                <a:solidFill>
                  <a:srgbClr val="FFFFFF"/>
                </a:solidFill>
                <a:latin typeface="Fredoka"/>
                <a:ea typeface="Fredoka"/>
                <a:cs typeface="Fredoka"/>
                <a:sym typeface="Fredoka"/>
              </a:rPr>
              <a:t>DIFFERENT SOIL HORIZONS</a:t>
            </a:r>
          </a:p>
        </p:txBody>
      </p:sp>
    </p:spTree>
  </p:cSld>
  <p:clrMapOvr>
    <a:masterClrMapping/>
  </p:clrMapOvr>
  <p:transition spd="med">
    <p:cover dir="ru"/>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82E2B"/>
        </a:solidFill>
      </p:bgPr>
    </p:bg>
    <p:spTree>
      <p:nvGrpSpPr>
        <p:cNvPr id="1" name=""/>
        <p:cNvGrpSpPr/>
        <p:nvPr/>
      </p:nvGrpSpPr>
      <p:grpSpPr>
        <a:xfrm>
          <a:off x="0" y="0"/>
          <a:ext cx="0" cy="0"/>
          <a:chOff x="0" y="0"/>
          <a:chExt cx="0" cy="0"/>
        </a:xfrm>
      </p:grpSpPr>
      <p:grpSp>
        <p:nvGrpSpPr>
          <p:cNvPr name="Group 2" id="2"/>
          <p:cNvGrpSpPr/>
          <p:nvPr/>
        </p:nvGrpSpPr>
        <p:grpSpPr>
          <a:xfrm rot="0">
            <a:off x="-10363088" y="0"/>
            <a:ext cx="30504227" cy="18288000"/>
            <a:chOff x="0" y="0"/>
            <a:chExt cx="40672303" cy="24384000"/>
          </a:xfrm>
        </p:grpSpPr>
        <p:sp>
          <p:nvSpPr>
            <p:cNvPr name="Freeform 3" id="3"/>
            <p:cNvSpPr/>
            <p:nvPr/>
          </p:nvSpPr>
          <p:spPr>
            <a:xfrm flipH="false" flipV="false" rot="0">
              <a:off x="23198414" y="0"/>
              <a:ext cx="17473889" cy="24384000"/>
            </a:xfrm>
            <a:custGeom>
              <a:avLst/>
              <a:gdLst/>
              <a:ahLst/>
              <a:cxnLst/>
              <a:rect r="r" b="b" t="t" l="l"/>
              <a:pathLst>
                <a:path h="24384000" w="17473889">
                  <a:moveTo>
                    <a:pt x="0" y="0"/>
                  </a:moveTo>
                  <a:lnTo>
                    <a:pt x="17473889" y="0"/>
                  </a:lnTo>
                  <a:lnTo>
                    <a:pt x="17473889" y="24384000"/>
                  </a:lnTo>
                  <a:lnTo>
                    <a:pt x="0" y="24384000"/>
                  </a:lnTo>
                  <a:lnTo>
                    <a:pt x="0" y="0"/>
                  </a:lnTo>
                  <a:close/>
                </a:path>
              </a:pathLst>
            </a:custGeom>
            <a:blipFill>
              <a:blip r:embed="rId2">
                <a:alphaModFix amt="5000"/>
              </a:blip>
              <a:stretch>
                <a:fillRect l="0" t="0" r="-39545" b="0"/>
              </a:stretch>
            </a:blipFill>
          </p:spPr>
        </p:sp>
        <p:sp>
          <p:nvSpPr>
            <p:cNvPr name="Freeform 4" id="4"/>
            <p:cNvSpPr/>
            <p:nvPr/>
          </p:nvSpPr>
          <p:spPr>
            <a:xfrm flipH="false" flipV="false" rot="0">
              <a:off x="0" y="0"/>
              <a:ext cx="23206140" cy="24384000"/>
            </a:xfrm>
            <a:custGeom>
              <a:avLst/>
              <a:gdLst/>
              <a:ahLst/>
              <a:cxnLst/>
              <a:rect r="r" b="b" t="t" l="l"/>
              <a:pathLst>
                <a:path h="24384000" w="23206140">
                  <a:moveTo>
                    <a:pt x="0" y="0"/>
                  </a:moveTo>
                  <a:lnTo>
                    <a:pt x="23206140" y="0"/>
                  </a:lnTo>
                  <a:lnTo>
                    <a:pt x="23206140" y="24384000"/>
                  </a:lnTo>
                  <a:lnTo>
                    <a:pt x="0" y="24384000"/>
                  </a:lnTo>
                  <a:lnTo>
                    <a:pt x="0" y="0"/>
                  </a:lnTo>
                  <a:close/>
                </a:path>
              </a:pathLst>
            </a:custGeom>
            <a:blipFill>
              <a:blip r:embed="rId2">
                <a:alphaModFix amt="5000"/>
              </a:blip>
              <a:stretch>
                <a:fillRect l="-5075" t="0" r="0" b="0"/>
              </a:stretch>
            </a:blipFill>
          </p:spPr>
        </p:sp>
      </p:grpSp>
      <p:grpSp>
        <p:nvGrpSpPr>
          <p:cNvPr name="Group 5" id="5"/>
          <p:cNvGrpSpPr/>
          <p:nvPr/>
        </p:nvGrpSpPr>
        <p:grpSpPr>
          <a:xfrm rot="0">
            <a:off x="711066" y="6524702"/>
            <a:ext cx="9299747" cy="4715426"/>
            <a:chOff x="0" y="0"/>
            <a:chExt cx="3736607" cy="1894642"/>
          </a:xfrm>
        </p:grpSpPr>
        <p:sp>
          <p:nvSpPr>
            <p:cNvPr name="Freeform 6" id="6"/>
            <p:cNvSpPr/>
            <p:nvPr/>
          </p:nvSpPr>
          <p:spPr>
            <a:xfrm flipH="false" flipV="false" rot="0">
              <a:off x="0" y="0"/>
              <a:ext cx="3736607" cy="1894642"/>
            </a:xfrm>
            <a:custGeom>
              <a:avLst/>
              <a:gdLst/>
              <a:ahLst/>
              <a:cxnLst/>
              <a:rect r="r" b="b" t="t" l="l"/>
              <a:pathLst>
                <a:path h="1894642" w="3736607">
                  <a:moveTo>
                    <a:pt x="0" y="0"/>
                  </a:moveTo>
                  <a:lnTo>
                    <a:pt x="3736607" y="0"/>
                  </a:lnTo>
                  <a:lnTo>
                    <a:pt x="3736607" y="1894642"/>
                  </a:lnTo>
                  <a:lnTo>
                    <a:pt x="0" y="1894642"/>
                  </a:lnTo>
                  <a:close/>
                </a:path>
              </a:pathLst>
            </a:custGeom>
            <a:solidFill>
              <a:srgbClr val="2B1511"/>
            </a:solidFill>
          </p:spPr>
        </p:sp>
        <p:sp>
          <p:nvSpPr>
            <p:cNvPr name="TextBox 7" id="7"/>
            <p:cNvSpPr txBox="true"/>
            <p:nvPr/>
          </p:nvSpPr>
          <p:spPr>
            <a:xfrm>
              <a:off x="0" y="-9525"/>
              <a:ext cx="3736607" cy="1904167"/>
            </a:xfrm>
            <a:prstGeom prst="rect">
              <a:avLst/>
            </a:prstGeom>
          </p:spPr>
          <p:txBody>
            <a:bodyPr anchor="ctr" rtlCol="false" tIns="28575" lIns="28575" bIns="28575" rIns="28575"/>
            <a:lstStyle/>
            <a:p>
              <a:pPr algn="ctr">
                <a:lnSpc>
                  <a:spcPts val="1496"/>
                </a:lnSpc>
                <a:spcBef>
                  <a:spcPct val="0"/>
                </a:spcBef>
              </a:pPr>
            </a:p>
          </p:txBody>
        </p:sp>
      </p:grpSp>
      <p:grpSp>
        <p:nvGrpSpPr>
          <p:cNvPr name="Group 8" id="8"/>
          <p:cNvGrpSpPr/>
          <p:nvPr/>
        </p:nvGrpSpPr>
        <p:grpSpPr>
          <a:xfrm rot="0">
            <a:off x="578644" y="6749543"/>
            <a:ext cx="9129712" cy="4788913"/>
            <a:chOff x="0" y="0"/>
            <a:chExt cx="3668288" cy="1924169"/>
          </a:xfrm>
        </p:grpSpPr>
        <p:sp>
          <p:nvSpPr>
            <p:cNvPr name="Freeform 9" id="9"/>
            <p:cNvSpPr/>
            <p:nvPr/>
          </p:nvSpPr>
          <p:spPr>
            <a:xfrm flipH="false" flipV="false" rot="0">
              <a:off x="0" y="0"/>
              <a:ext cx="3668288" cy="1924169"/>
            </a:xfrm>
            <a:custGeom>
              <a:avLst/>
              <a:gdLst/>
              <a:ahLst/>
              <a:cxnLst/>
              <a:rect r="r" b="b" t="t" l="l"/>
              <a:pathLst>
                <a:path h="1924169" w="3668288">
                  <a:moveTo>
                    <a:pt x="0" y="0"/>
                  </a:moveTo>
                  <a:lnTo>
                    <a:pt x="3668288" y="0"/>
                  </a:lnTo>
                  <a:lnTo>
                    <a:pt x="3668288" y="1924169"/>
                  </a:lnTo>
                  <a:lnTo>
                    <a:pt x="0" y="1924169"/>
                  </a:lnTo>
                  <a:close/>
                </a:path>
              </a:pathLst>
            </a:custGeom>
            <a:solidFill>
              <a:srgbClr val="382621"/>
            </a:solidFill>
          </p:spPr>
        </p:sp>
        <p:sp>
          <p:nvSpPr>
            <p:cNvPr name="TextBox 10" id="10"/>
            <p:cNvSpPr txBox="true"/>
            <p:nvPr/>
          </p:nvSpPr>
          <p:spPr>
            <a:xfrm>
              <a:off x="0" y="-9525"/>
              <a:ext cx="3668288" cy="1933694"/>
            </a:xfrm>
            <a:prstGeom prst="rect">
              <a:avLst/>
            </a:prstGeom>
          </p:spPr>
          <p:txBody>
            <a:bodyPr anchor="ctr" rtlCol="false" tIns="28575" lIns="28575" bIns="28575" rIns="28575"/>
            <a:lstStyle/>
            <a:p>
              <a:pPr algn="ctr">
                <a:lnSpc>
                  <a:spcPts val="1496"/>
                </a:lnSpc>
                <a:spcBef>
                  <a:spcPct val="0"/>
                </a:spcBef>
              </a:pPr>
            </a:p>
          </p:txBody>
        </p:sp>
      </p:grpSp>
      <p:sp>
        <p:nvSpPr>
          <p:cNvPr name="Freeform 11" id="11"/>
          <p:cNvSpPr/>
          <p:nvPr/>
        </p:nvSpPr>
        <p:spPr>
          <a:xfrm flipH="false" flipV="false" rot="0">
            <a:off x="3086100" y="8637477"/>
            <a:ext cx="4114800" cy="1208722"/>
          </a:xfrm>
          <a:custGeom>
            <a:avLst/>
            <a:gdLst/>
            <a:ahLst/>
            <a:cxnLst/>
            <a:rect r="r" b="b" t="t" l="l"/>
            <a:pathLst>
              <a:path h="1208722" w="4114800">
                <a:moveTo>
                  <a:pt x="0" y="0"/>
                </a:moveTo>
                <a:lnTo>
                  <a:pt x="4114800" y="0"/>
                </a:lnTo>
                <a:lnTo>
                  <a:pt x="4114800" y="1208723"/>
                </a:lnTo>
                <a:lnTo>
                  <a:pt x="0" y="12087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988704" y="6912292"/>
            <a:ext cx="6309592" cy="1537459"/>
          </a:xfrm>
          <a:prstGeom prst="rect">
            <a:avLst/>
          </a:prstGeom>
        </p:spPr>
        <p:txBody>
          <a:bodyPr anchor="t" rtlCol="false" tIns="0" lIns="0" bIns="0" rIns="0">
            <a:spAutoFit/>
          </a:bodyPr>
          <a:lstStyle/>
          <a:p>
            <a:pPr algn="ctr">
              <a:lnSpc>
                <a:spcPts val="6075"/>
              </a:lnSpc>
            </a:pPr>
            <a:r>
              <a:rPr lang="en-US" sz="5062">
                <a:solidFill>
                  <a:srgbClr val="FFFFFF"/>
                </a:solidFill>
                <a:latin typeface="Fredoka"/>
                <a:ea typeface="Fredoka"/>
                <a:cs typeface="Fredoka"/>
                <a:sym typeface="Fredoka"/>
              </a:rPr>
              <a:t>HORIZON O – ORGANIC LAYER</a:t>
            </a:r>
          </a:p>
        </p:txBody>
      </p:sp>
      <p:sp>
        <p:nvSpPr>
          <p:cNvPr name="TextBox 13" id="13"/>
          <p:cNvSpPr txBox="true"/>
          <p:nvPr/>
        </p:nvSpPr>
        <p:spPr>
          <a:xfrm rot="0">
            <a:off x="1129338" y="10033925"/>
            <a:ext cx="8028324" cy="1341783"/>
          </a:xfrm>
          <a:prstGeom prst="rect">
            <a:avLst/>
          </a:prstGeom>
        </p:spPr>
        <p:txBody>
          <a:bodyPr anchor="t" rtlCol="false" tIns="0" lIns="0" bIns="0" rIns="0">
            <a:spAutoFit/>
          </a:bodyPr>
          <a:lstStyle/>
          <a:p>
            <a:pPr algn="ctr">
              <a:lnSpc>
                <a:spcPts val="2699"/>
              </a:lnSpc>
            </a:pPr>
            <a:r>
              <a:rPr lang="en-US" sz="2249">
                <a:solidFill>
                  <a:srgbClr val="E0D7C9"/>
                </a:solidFill>
                <a:latin typeface="Now"/>
                <a:ea typeface="Now"/>
                <a:cs typeface="Now"/>
                <a:sym typeface="Now"/>
              </a:rPr>
              <a:t>The top layer of soil is called Horizon O or the organic layer. It is made of leaves, plants, and dead animals that are breaking down. This layer is very important because it is full of nutrients that help plants grow.</a:t>
            </a:r>
          </a:p>
        </p:txBody>
      </p:sp>
    </p:spTree>
  </p:cSld>
  <p:clrMapOvr>
    <a:masterClrMapping/>
  </p:clrMapOvr>
  <p:transition spd="med">
    <p:cover dir="ru"/>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82E2B"/>
        </a:solidFill>
      </p:bgPr>
    </p:bg>
    <p:spTree>
      <p:nvGrpSpPr>
        <p:cNvPr id="1" name=""/>
        <p:cNvGrpSpPr/>
        <p:nvPr/>
      </p:nvGrpSpPr>
      <p:grpSpPr>
        <a:xfrm>
          <a:off x="0" y="0"/>
          <a:ext cx="0" cy="0"/>
          <a:chOff x="0" y="0"/>
          <a:chExt cx="0" cy="0"/>
        </a:xfrm>
      </p:grpSpPr>
      <p:grpSp>
        <p:nvGrpSpPr>
          <p:cNvPr name="Group 2" id="2"/>
          <p:cNvGrpSpPr/>
          <p:nvPr/>
        </p:nvGrpSpPr>
        <p:grpSpPr>
          <a:xfrm rot="0">
            <a:off x="-10363088" y="0"/>
            <a:ext cx="30504227" cy="18288000"/>
            <a:chOff x="0" y="0"/>
            <a:chExt cx="40672303" cy="24384000"/>
          </a:xfrm>
        </p:grpSpPr>
        <p:sp>
          <p:nvSpPr>
            <p:cNvPr name="Freeform 3" id="3"/>
            <p:cNvSpPr/>
            <p:nvPr/>
          </p:nvSpPr>
          <p:spPr>
            <a:xfrm flipH="false" flipV="false" rot="0">
              <a:off x="23198414" y="0"/>
              <a:ext cx="17473889" cy="24384000"/>
            </a:xfrm>
            <a:custGeom>
              <a:avLst/>
              <a:gdLst/>
              <a:ahLst/>
              <a:cxnLst/>
              <a:rect r="r" b="b" t="t" l="l"/>
              <a:pathLst>
                <a:path h="24384000" w="17473889">
                  <a:moveTo>
                    <a:pt x="0" y="0"/>
                  </a:moveTo>
                  <a:lnTo>
                    <a:pt x="17473889" y="0"/>
                  </a:lnTo>
                  <a:lnTo>
                    <a:pt x="17473889" y="24384000"/>
                  </a:lnTo>
                  <a:lnTo>
                    <a:pt x="0" y="24384000"/>
                  </a:lnTo>
                  <a:lnTo>
                    <a:pt x="0" y="0"/>
                  </a:lnTo>
                  <a:close/>
                </a:path>
              </a:pathLst>
            </a:custGeom>
            <a:blipFill>
              <a:blip r:embed="rId2">
                <a:alphaModFix amt="5000"/>
              </a:blip>
              <a:stretch>
                <a:fillRect l="0" t="0" r="-39545" b="0"/>
              </a:stretch>
            </a:blipFill>
          </p:spPr>
        </p:sp>
        <p:sp>
          <p:nvSpPr>
            <p:cNvPr name="Freeform 4" id="4"/>
            <p:cNvSpPr/>
            <p:nvPr/>
          </p:nvSpPr>
          <p:spPr>
            <a:xfrm flipH="false" flipV="false" rot="0">
              <a:off x="0" y="0"/>
              <a:ext cx="23206140" cy="24384000"/>
            </a:xfrm>
            <a:custGeom>
              <a:avLst/>
              <a:gdLst/>
              <a:ahLst/>
              <a:cxnLst/>
              <a:rect r="r" b="b" t="t" l="l"/>
              <a:pathLst>
                <a:path h="24384000" w="23206140">
                  <a:moveTo>
                    <a:pt x="0" y="0"/>
                  </a:moveTo>
                  <a:lnTo>
                    <a:pt x="23206140" y="0"/>
                  </a:lnTo>
                  <a:lnTo>
                    <a:pt x="23206140" y="24384000"/>
                  </a:lnTo>
                  <a:lnTo>
                    <a:pt x="0" y="24384000"/>
                  </a:lnTo>
                  <a:lnTo>
                    <a:pt x="0" y="0"/>
                  </a:lnTo>
                  <a:close/>
                </a:path>
              </a:pathLst>
            </a:custGeom>
            <a:blipFill>
              <a:blip r:embed="rId2">
                <a:alphaModFix amt="5000"/>
              </a:blip>
              <a:stretch>
                <a:fillRect l="-5075" t="0" r="0" b="0"/>
              </a:stretch>
            </a:blipFill>
          </p:spPr>
        </p:sp>
      </p:grpSp>
      <p:grpSp>
        <p:nvGrpSpPr>
          <p:cNvPr name="Group 5" id="5"/>
          <p:cNvGrpSpPr/>
          <p:nvPr/>
        </p:nvGrpSpPr>
        <p:grpSpPr>
          <a:xfrm rot="0">
            <a:off x="315722" y="6551058"/>
            <a:ext cx="9299747" cy="4715426"/>
            <a:chOff x="0" y="0"/>
            <a:chExt cx="3736607" cy="1894642"/>
          </a:xfrm>
        </p:grpSpPr>
        <p:sp>
          <p:nvSpPr>
            <p:cNvPr name="Freeform 6" id="6"/>
            <p:cNvSpPr/>
            <p:nvPr/>
          </p:nvSpPr>
          <p:spPr>
            <a:xfrm flipH="false" flipV="false" rot="0">
              <a:off x="0" y="0"/>
              <a:ext cx="3736607" cy="1894642"/>
            </a:xfrm>
            <a:custGeom>
              <a:avLst/>
              <a:gdLst/>
              <a:ahLst/>
              <a:cxnLst/>
              <a:rect r="r" b="b" t="t" l="l"/>
              <a:pathLst>
                <a:path h="1894642" w="3736607">
                  <a:moveTo>
                    <a:pt x="0" y="0"/>
                  </a:moveTo>
                  <a:lnTo>
                    <a:pt x="3736607" y="0"/>
                  </a:lnTo>
                  <a:lnTo>
                    <a:pt x="3736607" y="1894642"/>
                  </a:lnTo>
                  <a:lnTo>
                    <a:pt x="0" y="1894642"/>
                  </a:lnTo>
                  <a:close/>
                </a:path>
              </a:pathLst>
            </a:custGeom>
            <a:solidFill>
              <a:srgbClr val="2B1511"/>
            </a:solidFill>
          </p:spPr>
        </p:sp>
        <p:sp>
          <p:nvSpPr>
            <p:cNvPr name="TextBox 7" id="7"/>
            <p:cNvSpPr txBox="true"/>
            <p:nvPr/>
          </p:nvSpPr>
          <p:spPr>
            <a:xfrm>
              <a:off x="0" y="-9525"/>
              <a:ext cx="3736607" cy="1904167"/>
            </a:xfrm>
            <a:prstGeom prst="rect">
              <a:avLst/>
            </a:prstGeom>
          </p:spPr>
          <p:txBody>
            <a:bodyPr anchor="ctr" rtlCol="false" tIns="28575" lIns="28575" bIns="28575" rIns="28575"/>
            <a:lstStyle/>
            <a:p>
              <a:pPr algn="ctr">
                <a:lnSpc>
                  <a:spcPts val="1496"/>
                </a:lnSpc>
                <a:spcBef>
                  <a:spcPct val="0"/>
                </a:spcBef>
              </a:pPr>
            </a:p>
          </p:txBody>
        </p:sp>
      </p:grpSp>
      <p:grpSp>
        <p:nvGrpSpPr>
          <p:cNvPr name="Group 8" id="8"/>
          <p:cNvGrpSpPr/>
          <p:nvPr/>
        </p:nvGrpSpPr>
        <p:grpSpPr>
          <a:xfrm rot="0">
            <a:off x="578644" y="6749543"/>
            <a:ext cx="9129712" cy="4788913"/>
            <a:chOff x="0" y="0"/>
            <a:chExt cx="3668288" cy="1924169"/>
          </a:xfrm>
        </p:grpSpPr>
        <p:sp>
          <p:nvSpPr>
            <p:cNvPr name="Freeform 9" id="9"/>
            <p:cNvSpPr/>
            <p:nvPr/>
          </p:nvSpPr>
          <p:spPr>
            <a:xfrm flipH="false" flipV="false" rot="0">
              <a:off x="0" y="0"/>
              <a:ext cx="3668288" cy="1924169"/>
            </a:xfrm>
            <a:custGeom>
              <a:avLst/>
              <a:gdLst/>
              <a:ahLst/>
              <a:cxnLst/>
              <a:rect r="r" b="b" t="t" l="l"/>
              <a:pathLst>
                <a:path h="1924169" w="3668288">
                  <a:moveTo>
                    <a:pt x="0" y="0"/>
                  </a:moveTo>
                  <a:lnTo>
                    <a:pt x="3668288" y="0"/>
                  </a:lnTo>
                  <a:lnTo>
                    <a:pt x="3668288" y="1924169"/>
                  </a:lnTo>
                  <a:lnTo>
                    <a:pt x="0" y="1924169"/>
                  </a:lnTo>
                  <a:close/>
                </a:path>
              </a:pathLst>
            </a:custGeom>
            <a:solidFill>
              <a:srgbClr val="382621"/>
            </a:solidFill>
          </p:spPr>
        </p:sp>
        <p:sp>
          <p:nvSpPr>
            <p:cNvPr name="TextBox 10" id="10"/>
            <p:cNvSpPr txBox="true"/>
            <p:nvPr/>
          </p:nvSpPr>
          <p:spPr>
            <a:xfrm>
              <a:off x="0" y="-9525"/>
              <a:ext cx="3668288" cy="1933694"/>
            </a:xfrm>
            <a:prstGeom prst="rect">
              <a:avLst/>
            </a:prstGeom>
          </p:spPr>
          <p:txBody>
            <a:bodyPr anchor="ctr" rtlCol="false" tIns="28575" lIns="28575" bIns="28575" rIns="28575"/>
            <a:lstStyle/>
            <a:p>
              <a:pPr algn="ctr">
                <a:lnSpc>
                  <a:spcPts val="1496"/>
                </a:lnSpc>
                <a:spcBef>
                  <a:spcPct val="0"/>
                </a:spcBef>
              </a:pPr>
            </a:p>
          </p:txBody>
        </p:sp>
      </p:grpSp>
      <p:sp>
        <p:nvSpPr>
          <p:cNvPr name="Freeform 11" id="11"/>
          <p:cNvSpPr/>
          <p:nvPr/>
        </p:nvSpPr>
        <p:spPr>
          <a:xfrm flipH="false" flipV="false" rot="0">
            <a:off x="3086100" y="8013380"/>
            <a:ext cx="4114800" cy="1352740"/>
          </a:xfrm>
          <a:custGeom>
            <a:avLst/>
            <a:gdLst/>
            <a:ahLst/>
            <a:cxnLst/>
            <a:rect r="r" b="b" t="t" l="l"/>
            <a:pathLst>
              <a:path h="1352740" w="4114800">
                <a:moveTo>
                  <a:pt x="0" y="0"/>
                </a:moveTo>
                <a:lnTo>
                  <a:pt x="4114800" y="0"/>
                </a:lnTo>
                <a:lnTo>
                  <a:pt x="4114800" y="1352741"/>
                </a:lnTo>
                <a:lnTo>
                  <a:pt x="0" y="1352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330118" y="6966904"/>
            <a:ext cx="7626765" cy="768730"/>
          </a:xfrm>
          <a:prstGeom prst="rect">
            <a:avLst/>
          </a:prstGeom>
        </p:spPr>
        <p:txBody>
          <a:bodyPr anchor="t" rtlCol="false" tIns="0" lIns="0" bIns="0" rIns="0">
            <a:spAutoFit/>
          </a:bodyPr>
          <a:lstStyle/>
          <a:p>
            <a:pPr algn="ctr">
              <a:lnSpc>
                <a:spcPts val="6075"/>
              </a:lnSpc>
            </a:pPr>
            <a:r>
              <a:rPr lang="en-US" sz="5062">
                <a:solidFill>
                  <a:srgbClr val="FFFFFF"/>
                </a:solidFill>
                <a:latin typeface="Fredoka"/>
                <a:ea typeface="Fredoka"/>
                <a:cs typeface="Fredoka"/>
                <a:sym typeface="Fredoka"/>
              </a:rPr>
              <a:t>HORIZON A – TOPSOIL</a:t>
            </a:r>
          </a:p>
        </p:txBody>
      </p:sp>
      <p:sp>
        <p:nvSpPr>
          <p:cNvPr name="TextBox 13" id="13"/>
          <p:cNvSpPr txBox="true"/>
          <p:nvPr/>
        </p:nvSpPr>
        <p:spPr>
          <a:xfrm rot="0">
            <a:off x="1129338" y="9643868"/>
            <a:ext cx="8028324" cy="1677228"/>
          </a:xfrm>
          <a:prstGeom prst="rect">
            <a:avLst/>
          </a:prstGeom>
        </p:spPr>
        <p:txBody>
          <a:bodyPr anchor="t" rtlCol="false" tIns="0" lIns="0" bIns="0" rIns="0">
            <a:spAutoFit/>
          </a:bodyPr>
          <a:lstStyle/>
          <a:p>
            <a:pPr algn="ctr">
              <a:lnSpc>
                <a:spcPts val="2699"/>
              </a:lnSpc>
            </a:pPr>
            <a:r>
              <a:rPr lang="en-US" sz="2249">
                <a:solidFill>
                  <a:srgbClr val="E0D7C9"/>
                </a:solidFill>
                <a:latin typeface="Now"/>
                <a:ea typeface="Now"/>
                <a:cs typeface="Now"/>
                <a:sym typeface="Now"/>
              </a:rPr>
              <a:t>Below the organic layer is Horizon A, also known as topsoil. This layer is dark and rich because it contains many nutrients and tiny living things like worms. Plants grow their roots here because it has what they need to grow strong.</a:t>
            </a:r>
          </a:p>
        </p:txBody>
      </p:sp>
    </p:spTree>
  </p:cSld>
  <p:clrMapOvr>
    <a:masterClrMapping/>
  </p:clrMapOvr>
  <p:transition spd="med">
    <p:cover dir="rd"/>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82E2B"/>
        </a:solidFill>
      </p:bgPr>
    </p:bg>
    <p:spTree>
      <p:nvGrpSpPr>
        <p:cNvPr id="1" name=""/>
        <p:cNvGrpSpPr/>
        <p:nvPr/>
      </p:nvGrpSpPr>
      <p:grpSpPr>
        <a:xfrm>
          <a:off x="0" y="0"/>
          <a:ext cx="0" cy="0"/>
          <a:chOff x="0" y="0"/>
          <a:chExt cx="0" cy="0"/>
        </a:xfrm>
      </p:grpSpPr>
      <p:grpSp>
        <p:nvGrpSpPr>
          <p:cNvPr name="Group 2" id="2"/>
          <p:cNvGrpSpPr/>
          <p:nvPr/>
        </p:nvGrpSpPr>
        <p:grpSpPr>
          <a:xfrm rot="0">
            <a:off x="-10363088" y="0"/>
            <a:ext cx="30504227" cy="18288000"/>
            <a:chOff x="0" y="0"/>
            <a:chExt cx="40672303" cy="24384000"/>
          </a:xfrm>
        </p:grpSpPr>
        <p:sp>
          <p:nvSpPr>
            <p:cNvPr name="Freeform 3" id="3"/>
            <p:cNvSpPr/>
            <p:nvPr/>
          </p:nvSpPr>
          <p:spPr>
            <a:xfrm flipH="false" flipV="false" rot="0">
              <a:off x="23198414" y="0"/>
              <a:ext cx="17473889" cy="24384000"/>
            </a:xfrm>
            <a:custGeom>
              <a:avLst/>
              <a:gdLst/>
              <a:ahLst/>
              <a:cxnLst/>
              <a:rect r="r" b="b" t="t" l="l"/>
              <a:pathLst>
                <a:path h="24384000" w="17473889">
                  <a:moveTo>
                    <a:pt x="0" y="0"/>
                  </a:moveTo>
                  <a:lnTo>
                    <a:pt x="17473889" y="0"/>
                  </a:lnTo>
                  <a:lnTo>
                    <a:pt x="17473889" y="24384000"/>
                  </a:lnTo>
                  <a:lnTo>
                    <a:pt x="0" y="24384000"/>
                  </a:lnTo>
                  <a:lnTo>
                    <a:pt x="0" y="0"/>
                  </a:lnTo>
                  <a:close/>
                </a:path>
              </a:pathLst>
            </a:custGeom>
            <a:blipFill>
              <a:blip r:embed="rId2">
                <a:alphaModFix amt="5000"/>
              </a:blip>
              <a:stretch>
                <a:fillRect l="0" t="0" r="-39545" b="0"/>
              </a:stretch>
            </a:blipFill>
          </p:spPr>
        </p:sp>
        <p:sp>
          <p:nvSpPr>
            <p:cNvPr name="Freeform 4" id="4"/>
            <p:cNvSpPr/>
            <p:nvPr/>
          </p:nvSpPr>
          <p:spPr>
            <a:xfrm flipH="false" flipV="false" rot="0">
              <a:off x="0" y="0"/>
              <a:ext cx="23206140" cy="24384000"/>
            </a:xfrm>
            <a:custGeom>
              <a:avLst/>
              <a:gdLst/>
              <a:ahLst/>
              <a:cxnLst/>
              <a:rect r="r" b="b" t="t" l="l"/>
              <a:pathLst>
                <a:path h="24384000" w="23206140">
                  <a:moveTo>
                    <a:pt x="0" y="0"/>
                  </a:moveTo>
                  <a:lnTo>
                    <a:pt x="23206140" y="0"/>
                  </a:lnTo>
                  <a:lnTo>
                    <a:pt x="23206140" y="24384000"/>
                  </a:lnTo>
                  <a:lnTo>
                    <a:pt x="0" y="24384000"/>
                  </a:lnTo>
                  <a:lnTo>
                    <a:pt x="0" y="0"/>
                  </a:lnTo>
                  <a:close/>
                </a:path>
              </a:pathLst>
            </a:custGeom>
            <a:blipFill>
              <a:blip r:embed="rId2">
                <a:alphaModFix amt="5000"/>
              </a:blip>
              <a:stretch>
                <a:fillRect l="-5075" t="0" r="0" b="0"/>
              </a:stretch>
            </a:blipFill>
          </p:spPr>
        </p:sp>
      </p:grpSp>
      <p:grpSp>
        <p:nvGrpSpPr>
          <p:cNvPr name="Group 5" id="5"/>
          <p:cNvGrpSpPr/>
          <p:nvPr/>
        </p:nvGrpSpPr>
        <p:grpSpPr>
          <a:xfrm rot="-240041">
            <a:off x="365512" y="6780035"/>
            <a:ext cx="9555976" cy="4727930"/>
            <a:chOff x="0" y="0"/>
            <a:chExt cx="3839559" cy="1899666"/>
          </a:xfrm>
        </p:grpSpPr>
        <p:sp>
          <p:nvSpPr>
            <p:cNvPr name="Freeform 6" id="6"/>
            <p:cNvSpPr/>
            <p:nvPr/>
          </p:nvSpPr>
          <p:spPr>
            <a:xfrm flipH="false" flipV="false" rot="0">
              <a:off x="0" y="0"/>
              <a:ext cx="3839559" cy="1899666"/>
            </a:xfrm>
            <a:custGeom>
              <a:avLst/>
              <a:gdLst/>
              <a:ahLst/>
              <a:cxnLst/>
              <a:rect r="r" b="b" t="t" l="l"/>
              <a:pathLst>
                <a:path h="1899666" w="3839559">
                  <a:moveTo>
                    <a:pt x="0" y="0"/>
                  </a:moveTo>
                  <a:lnTo>
                    <a:pt x="3839559" y="0"/>
                  </a:lnTo>
                  <a:lnTo>
                    <a:pt x="3839559" y="1899666"/>
                  </a:lnTo>
                  <a:lnTo>
                    <a:pt x="0" y="1899666"/>
                  </a:lnTo>
                  <a:close/>
                </a:path>
              </a:pathLst>
            </a:custGeom>
            <a:solidFill>
              <a:srgbClr val="2B1511"/>
            </a:solidFill>
          </p:spPr>
        </p:sp>
        <p:sp>
          <p:nvSpPr>
            <p:cNvPr name="TextBox 7" id="7"/>
            <p:cNvSpPr txBox="true"/>
            <p:nvPr/>
          </p:nvSpPr>
          <p:spPr>
            <a:xfrm>
              <a:off x="0" y="-9525"/>
              <a:ext cx="3839559" cy="1909191"/>
            </a:xfrm>
            <a:prstGeom prst="rect">
              <a:avLst/>
            </a:prstGeom>
          </p:spPr>
          <p:txBody>
            <a:bodyPr anchor="ctr" rtlCol="false" tIns="28575" lIns="28575" bIns="28575" rIns="28575"/>
            <a:lstStyle/>
            <a:p>
              <a:pPr algn="ctr">
                <a:lnSpc>
                  <a:spcPts val="1496"/>
                </a:lnSpc>
                <a:spcBef>
                  <a:spcPct val="0"/>
                </a:spcBef>
              </a:pPr>
            </a:p>
          </p:txBody>
        </p:sp>
      </p:grpSp>
      <p:grpSp>
        <p:nvGrpSpPr>
          <p:cNvPr name="Group 8" id="8"/>
          <p:cNvGrpSpPr/>
          <p:nvPr/>
        </p:nvGrpSpPr>
        <p:grpSpPr>
          <a:xfrm rot="239655">
            <a:off x="449362" y="6911213"/>
            <a:ext cx="9388275" cy="4465574"/>
            <a:chOff x="0" y="0"/>
            <a:chExt cx="3772177" cy="1794253"/>
          </a:xfrm>
        </p:grpSpPr>
        <p:sp>
          <p:nvSpPr>
            <p:cNvPr name="Freeform 9" id="9"/>
            <p:cNvSpPr/>
            <p:nvPr/>
          </p:nvSpPr>
          <p:spPr>
            <a:xfrm flipH="false" flipV="false" rot="0">
              <a:off x="0" y="0"/>
              <a:ext cx="3772177" cy="1794253"/>
            </a:xfrm>
            <a:custGeom>
              <a:avLst/>
              <a:gdLst/>
              <a:ahLst/>
              <a:cxnLst/>
              <a:rect r="r" b="b" t="t" l="l"/>
              <a:pathLst>
                <a:path h="1794253" w="3772177">
                  <a:moveTo>
                    <a:pt x="0" y="0"/>
                  </a:moveTo>
                  <a:lnTo>
                    <a:pt x="3772177" y="0"/>
                  </a:lnTo>
                  <a:lnTo>
                    <a:pt x="3772177" y="1794253"/>
                  </a:lnTo>
                  <a:lnTo>
                    <a:pt x="0" y="1794253"/>
                  </a:lnTo>
                  <a:close/>
                </a:path>
              </a:pathLst>
            </a:custGeom>
            <a:solidFill>
              <a:srgbClr val="382621"/>
            </a:solidFill>
          </p:spPr>
        </p:sp>
        <p:sp>
          <p:nvSpPr>
            <p:cNvPr name="TextBox 10" id="10"/>
            <p:cNvSpPr txBox="true"/>
            <p:nvPr/>
          </p:nvSpPr>
          <p:spPr>
            <a:xfrm>
              <a:off x="0" y="-9525"/>
              <a:ext cx="3772177" cy="1803778"/>
            </a:xfrm>
            <a:prstGeom prst="rect">
              <a:avLst/>
            </a:prstGeom>
          </p:spPr>
          <p:txBody>
            <a:bodyPr anchor="ctr" rtlCol="false" tIns="28575" lIns="28575" bIns="28575" rIns="28575"/>
            <a:lstStyle/>
            <a:p>
              <a:pPr algn="ctr">
                <a:lnSpc>
                  <a:spcPts val="1496"/>
                </a:lnSpc>
                <a:spcBef>
                  <a:spcPct val="0"/>
                </a:spcBef>
              </a:pPr>
            </a:p>
          </p:txBody>
        </p:sp>
      </p:grpSp>
      <p:sp>
        <p:nvSpPr>
          <p:cNvPr name="Freeform 11" id="11"/>
          <p:cNvSpPr/>
          <p:nvPr/>
        </p:nvSpPr>
        <p:spPr>
          <a:xfrm flipH="false" flipV="false" rot="0">
            <a:off x="5768764" y="8496430"/>
            <a:ext cx="3939592" cy="1295141"/>
          </a:xfrm>
          <a:custGeom>
            <a:avLst/>
            <a:gdLst/>
            <a:ahLst/>
            <a:cxnLst/>
            <a:rect r="r" b="b" t="t" l="l"/>
            <a:pathLst>
              <a:path h="1295141" w="3939592">
                <a:moveTo>
                  <a:pt x="0" y="0"/>
                </a:moveTo>
                <a:lnTo>
                  <a:pt x="3939592" y="0"/>
                </a:lnTo>
                <a:lnTo>
                  <a:pt x="3939592" y="1295140"/>
                </a:lnTo>
                <a:lnTo>
                  <a:pt x="0" y="12951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894249" y="7103577"/>
            <a:ext cx="4874515" cy="1537459"/>
          </a:xfrm>
          <a:prstGeom prst="rect">
            <a:avLst/>
          </a:prstGeom>
        </p:spPr>
        <p:txBody>
          <a:bodyPr anchor="t" rtlCol="false" tIns="0" lIns="0" bIns="0" rIns="0">
            <a:spAutoFit/>
          </a:bodyPr>
          <a:lstStyle/>
          <a:p>
            <a:pPr algn="ctr">
              <a:lnSpc>
                <a:spcPts val="6075"/>
              </a:lnSpc>
            </a:pPr>
            <a:r>
              <a:rPr lang="en-US" sz="5062">
                <a:solidFill>
                  <a:srgbClr val="FFFFFF"/>
                </a:solidFill>
                <a:latin typeface="Fredoka"/>
                <a:ea typeface="Fredoka"/>
                <a:cs typeface="Fredoka"/>
                <a:sym typeface="Fredoka"/>
              </a:rPr>
              <a:t>HORIZON B – SUBSOIL</a:t>
            </a:r>
          </a:p>
        </p:txBody>
      </p:sp>
      <p:sp>
        <p:nvSpPr>
          <p:cNvPr name="TextBox 13" id="13"/>
          <p:cNvSpPr txBox="true"/>
          <p:nvPr/>
        </p:nvSpPr>
        <p:spPr>
          <a:xfrm rot="0">
            <a:off x="894249" y="8836303"/>
            <a:ext cx="4874515" cy="2348120"/>
          </a:xfrm>
          <a:prstGeom prst="rect">
            <a:avLst/>
          </a:prstGeom>
        </p:spPr>
        <p:txBody>
          <a:bodyPr anchor="t" rtlCol="false" tIns="0" lIns="0" bIns="0" rIns="0">
            <a:spAutoFit/>
          </a:bodyPr>
          <a:lstStyle/>
          <a:p>
            <a:pPr algn="ctr">
              <a:lnSpc>
                <a:spcPts val="2699"/>
              </a:lnSpc>
            </a:pPr>
            <a:r>
              <a:rPr lang="en-US" sz="2249">
                <a:solidFill>
                  <a:srgbClr val="E0D7C9"/>
                </a:solidFill>
                <a:latin typeface="Now"/>
                <a:ea typeface="Now"/>
                <a:cs typeface="Now"/>
                <a:sym typeface="Now"/>
              </a:rPr>
              <a:t>Horizon B is called subsoil. It is found below the topsoil and has less organic material. This layer is made mostly of clay and minerals washed down from the layers above. It is usually lighter in color and harder than the topsoil.</a:t>
            </a:r>
          </a:p>
        </p:txBody>
      </p:sp>
    </p:spTree>
  </p:cSld>
  <p:clrMapOvr>
    <a:masterClrMapping/>
  </p:clrMapOvr>
  <p:transition spd="med">
    <p:cover dir="ru"/>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82E2B"/>
        </a:solidFill>
      </p:bgPr>
    </p:bg>
    <p:spTree>
      <p:nvGrpSpPr>
        <p:cNvPr id="1" name=""/>
        <p:cNvGrpSpPr/>
        <p:nvPr/>
      </p:nvGrpSpPr>
      <p:grpSpPr>
        <a:xfrm>
          <a:off x="0" y="0"/>
          <a:ext cx="0" cy="0"/>
          <a:chOff x="0" y="0"/>
          <a:chExt cx="0" cy="0"/>
        </a:xfrm>
      </p:grpSpPr>
      <p:grpSp>
        <p:nvGrpSpPr>
          <p:cNvPr name="Group 2" id="2"/>
          <p:cNvGrpSpPr/>
          <p:nvPr/>
        </p:nvGrpSpPr>
        <p:grpSpPr>
          <a:xfrm rot="0">
            <a:off x="-10363088" y="0"/>
            <a:ext cx="30504227" cy="18288000"/>
            <a:chOff x="0" y="0"/>
            <a:chExt cx="40672303" cy="24384000"/>
          </a:xfrm>
        </p:grpSpPr>
        <p:sp>
          <p:nvSpPr>
            <p:cNvPr name="Freeform 3" id="3"/>
            <p:cNvSpPr/>
            <p:nvPr/>
          </p:nvSpPr>
          <p:spPr>
            <a:xfrm flipH="false" flipV="false" rot="0">
              <a:off x="23198414" y="0"/>
              <a:ext cx="17473889" cy="24384000"/>
            </a:xfrm>
            <a:custGeom>
              <a:avLst/>
              <a:gdLst/>
              <a:ahLst/>
              <a:cxnLst/>
              <a:rect r="r" b="b" t="t" l="l"/>
              <a:pathLst>
                <a:path h="24384000" w="17473889">
                  <a:moveTo>
                    <a:pt x="0" y="0"/>
                  </a:moveTo>
                  <a:lnTo>
                    <a:pt x="17473889" y="0"/>
                  </a:lnTo>
                  <a:lnTo>
                    <a:pt x="17473889" y="24384000"/>
                  </a:lnTo>
                  <a:lnTo>
                    <a:pt x="0" y="24384000"/>
                  </a:lnTo>
                  <a:lnTo>
                    <a:pt x="0" y="0"/>
                  </a:lnTo>
                  <a:close/>
                </a:path>
              </a:pathLst>
            </a:custGeom>
            <a:blipFill>
              <a:blip r:embed="rId2">
                <a:alphaModFix amt="5000"/>
              </a:blip>
              <a:stretch>
                <a:fillRect l="0" t="0" r="-39545" b="0"/>
              </a:stretch>
            </a:blipFill>
          </p:spPr>
        </p:sp>
        <p:sp>
          <p:nvSpPr>
            <p:cNvPr name="Freeform 4" id="4"/>
            <p:cNvSpPr/>
            <p:nvPr/>
          </p:nvSpPr>
          <p:spPr>
            <a:xfrm flipH="false" flipV="false" rot="0">
              <a:off x="0" y="0"/>
              <a:ext cx="23206140" cy="24384000"/>
            </a:xfrm>
            <a:custGeom>
              <a:avLst/>
              <a:gdLst/>
              <a:ahLst/>
              <a:cxnLst/>
              <a:rect r="r" b="b" t="t" l="l"/>
              <a:pathLst>
                <a:path h="24384000" w="23206140">
                  <a:moveTo>
                    <a:pt x="0" y="0"/>
                  </a:moveTo>
                  <a:lnTo>
                    <a:pt x="23206140" y="0"/>
                  </a:lnTo>
                  <a:lnTo>
                    <a:pt x="23206140" y="24384000"/>
                  </a:lnTo>
                  <a:lnTo>
                    <a:pt x="0" y="24384000"/>
                  </a:lnTo>
                  <a:lnTo>
                    <a:pt x="0" y="0"/>
                  </a:lnTo>
                  <a:close/>
                </a:path>
              </a:pathLst>
            </a:custGeom>
            <a:blipFill>
              <a:blip r:embed="rId2">
                <a:alphaModFix amt="5000"/>
              </a:blip>
              <a:stretch>
                <a:fillRect l="-5075" t="0" r="0" b="0"/>
              </a:stretch>
            </a:blipFill>
          </p:spPr>
        </p:sp>
      </p:grpSp>
      <p:grpSp>
        <p:nvGrpSpPr>
          <p:cNvPr name="Group 5" id="5"/>
          <p:cNvGrpSpPr/>
          <p:nvPr/>
        </p:nvGrpSpPr>
        <p:grpSpPr>
          <a:xfrm rot="-240041">
            <a:off x="365512" y="6780035"/>
            <a:ext cx="9555976" cy="4727930"/>
            <a:chOff x="0" y="0"/>
            <a:chExt cx="3839559" cy="1899666"/>
          </a:xfrm>
        </p:grpSpPr>
        <p:sp>
          <p:nvSpPr>
            <p:cNvPr name="Freeform 6" id="6"/>
            <p:cNvSpPr/>
            <p:nvPr/>
          </p:nvSpPr>
          <p:spPr>
            <a:xfrm flipH="false" flipV="false" rot="0">
              <a:off x="0" y="0"/>
              <a:ext cx="3839559" cy="1899666"/>
            </a:xfrm>
            <a:custGeom>
              <a:avLst/>
              <a:gdLst/>
              <a:ahLst/>
              <a:cxnLst/>
              <a:rect r="r" b="b" t="t" l="l"/>
              <a:pathLst>
                <a:path h="1899666" w="3839559">
                  <a:moveTo>
                    <a:pt x="0" y="0"/>
                  </a:moveTo>
                  <a:lnTo>
                    <a:pt x="3839559" y="0"/>
                  </a:lnTo>
                  <a:lnTo>
                    <a:pt x="3839559" y="1899666"/>
                  </a:lnTo>
                  <a:lnTo>
                    <a:pt x="0" y="1899666"/>
                  </a:lnTo>
                  <a:close/>
                </a:path>
              </a:pathLst>
            </a:custGeom>
            <a:solidFill>
              <a:srgbClr val="2B1511"/>
            </a:solidFill>
          </p:spPr>
        </p:sp>
        <p:sp>
          <p:nvSpPr>
            <p:cNvPr name="TextBox 7" id="7"/>
            <p:cNvSpPr txBox="true"/>
            <p:nvPr/>
          </p:nvSpPr>
          <p:spPr>
            <a:xfrm>
              <a:off x="0" y="-9525"/>
              <a:ext cx="3839559" cy="1909191"/>
            </a:xfrm>
            <a:prstGeom prst="rect">
              <a:avLst/>
            </a:prstGeom>
          </p:spPr>
          <p:txBody>
            <a:bodyPr anchor="ctr" rtlCol="false" tIns="28575" lIns="28575" bIns="28575" rIns="28575"/>
            <a:lstStyle/>
            <a:p>
              <a:pPr algn="ctr">
                <a:lnSpc>
                  <a:spcPts val="1496"/>
                </a:lnSpc>
                <a:spcBef>
                  <a:spcPct val="0"/>
                </a:spcBef>
              </a:pPr>
            </a:p>
          </p:txBody>
        </p:sp>
      </p:grpSp>
      <p:grpSp>
        <p:nvGrpSpPr>
          <p:cNvPr name="Group 8" id="8"/>
          <p:cNvGrpSpPr/>
          <p:nvPr/>
        </p:nvGrpSpPr>
        <p:grpSpPr>
          <a:xfrm rot="239655">
            <a:off x="449362" y="6911213"/>
            <a:ext cx="9388275" cy="4465574"/>
            <a:chOff x="0" y="0"/>
            <a:chExt cx="3772177" cy="1794253"/>
          </a:xfrm>
        </p:grpSpPr>
        <p:sp>
          <p:nvSpPr>
            <p:cNvPr name="Freeform 9" id="9"/>
            <p:cNvSpPr/>
            <p:nvPr/>
          </p:nvSpPr>
          <p:spPr>
            <a:xfrm flipH="false" flipV="false" rot="0">
              <a:off x="0" y="0"/>
              <a:ext cx="3772177" cy="1794253"/>
            </a:xfrm>
            <a:custGeom>
              <a:avLst/>
              <a:gdLst/>
              <a:ahLst/>
              <a:cxnLst/>
              <a:rect r="r" b="b" t="t" l="l"/>
              <a:pathLst>
                <a:path h="1794253" w="3772177">
                  <a:moveTo>
                    <a:pt x="0" y="0"/>
                  </a:moveTo>
                  <a:lnTo>
                    <a:pt x="3772177" y="0"/>
                  </a:lnTo>
                  <a:lnTo>
                    <a:pt x="3772177" y="1794253"/>
                  </a:lnTo>
                  <a:lnTo>
                    <a:pt x="0" y="1794253"/>
                  </a:lnTo>
                  <a:close/>
                </a:path>
              </a:pathLst>
            </a:custGeom>
            <a:solidFill>
              <a:srgbClr val="382621"/>
            </a:solidFill>
          </p:spPr>
        </p:sp>
        <p:sp>
          <p:nvSpPr>
            <p:cNvPr name="TextBox 10" id="10"/>
            <p:cNvSpPr txBox="true"/>
            <p:nvPr/>
          </p:nvSpPr>
          <p:spPr>
            <a:xfrm>
              <a:off x="0" y="-9525"/>
              <a:ext cx="3772177" cy="1803778"/>
            </a:xfrm>
            <a:prstGeom prst="rect">
              <a:avLst/>
            </a:prstGeom>
          </p:spPr>
          <p:txBody>
            <a:bodyPr anchor="ctr" rtlCol="false" tIns="28575" lIns="28575" bIns="28575" rIns="28575"/>
            <a:lstStyle/>
            <a:p>
              <a:pPr algn="ctr">
                <a:lnSpc>
                  <a:spcPts val="1496"/>
                </a:lnSpc>
                <a:spcBef>
                  <a:spcPct val="0"/>
                </a:spcBef>
              </a:pPr>
            </a:p>
          </p:txBody>
        </p:sp>
      </p:grpSp>
      <p:sp>
        <p:nvSpPr>
          <p:cNvPr name="TextBox 11" id="11"/>
          <p:cNvSpPr txBox="true"/>
          <p:nvPr/>
        </p:nvSpPr>
        <p:spPr>
          <a:xfrm rot="0">
            <a:off x="1836486" y="8375696"/>
            <a:ext cx="6614028" cy="1537459"/>
          </a:xfrm>
          <a:prstGeom prst="rect">
            <a:avLst/>
          </a:prstGeom>
        </p:spPr>
        <p:txBody>
          <a:bodyPr anchor="t" rtlCol="false" tIns="0" lIns="0" bIns="0" rIns="0">
            <a:spAutoFit/>
          </a:bodyPr>
          <a:lstStyle/>
          <a:p>
            <a:pPr algn="ctr">
              <a:lnSpc>
                <a:spcPts val="6075"/>
              </a:lnSpc>
            </a:pPr>
            <a:r>
              <a:rPr lang="en-US" sz="5062">
                <a:solidFill>
                  <a:srgbClr val="FFFFFF"/>
                </a:solidFill>
                <a:latin typeface="Fredoka"/>
                <a:ea typeface="Fredoka"/>
                <a:cs typeface="Fredoka"/>
                <a:sym typeface="Fredoka"/>
              </a:rPr>
              <a:t>HORIZON C – PARENT MATERIAL</a:t>
            </a:r>
          </a:p>
        </p:txBody>
      </p:sp>
      <p:sp>
        <p:nvSpPr>
          <p:cNvPr name="Freeform 12" id="12"/>
          <p:cNvSpPr/>
          <p:nvPr/>
        </p:nvSpPr>
        <p:spPr>
          <a:xfrm flipH="false" flipV="false" rot="0">
            <a:off x="3086100" y="6979667"/>
            <a:ext cx="4114800" cy="1352740"/>
          </a:xfrm>
          <a:custGeom>
            <a:avLst/>
            <a:gdLst/>
            <a:ahLst/>
            <a:cxnLst/>
            <a:rect r="r" b="b" t="t" l="l"/>
            <a:pathLst>
              <a:path h="1352740" w="4114800">
                <a:moveTo>
                  <a:pt x="0" y="0"/>
                </a:moveTo>
                <a:lnTo>
                  <a:pt x="4114800" y="0"/>
                </a:lnTo>
                <a:lnTo>
                  <a:pt x="4114800" y="1352741"/>
                </a:lnTo>
                <a:lnTo>
                  <a:pt x="0" y="1352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657378" y="9956444"/>
            <a:ext cx="8972244" cy="1006337"/>
          </a:xfrm>
          <a:prstGeom prst="rect">
            <a:avLst/>
          </a:prstGeom>
        </p:spPr>
        <p:txBody>
          <a:bodyPr anchor="t" rtlCol="false" tIns="0" lIns="0" bIns="0" rIns="0">
            <a:spAutoFit/>
          </a:bodyPr>
          <a:lstStyle/>
          <a:p>
            <a:pPr algn="ctr">
              <a:lnSpc>
                <a:spcPts val="2699"/>
              </a:lnSpc>
            </a:pPr>
            <a:r>
              <a:rPr lang="en-US" sz="2249">
                <a:solidFill>
                  <a:srgbClr val="E0D7C9"/>
                </a:solidFill>
                <a:latin typeface="Now"/>
                <a:ea typeface="Now"/>
                <a:cs typeface="Now"/>
                <a:sym typeface="Now"/>
              </a:rPr>
              <a:t>Horizon C is made up of weathered rock pieces. This layer is less broken down than the layers above. It is the parent material from which the soil forms over many years.</a:t>
            </a:r>
          </a:p>
        </p:txBody>
      </p:sp>
    </p:spTree>
  </p:cSld>
  <p:clrMapOvr>
    <a:masterClrMapping/>
  </p:clrMapOvr>
  <p:transition spd="med">
    <p:cover dir="ru"/>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82E2B"/>
        </a:solidFill>
      </p:bgPr>
    </p:bg>
    <p:spTree>
      <p:nvGrpSpPr>
        <p:cNvPr id="1" name=""/>
        <p:cNvGrpSpPr/>
        <p:nvPr/>
      </p:nvGrpSpPr>
      <p:grpSpPr>
        <a:xfrm>
          <a:off x="0" y="0"/>
          <a:ext cx="0" cy="0"/>
          <a:chOff x="0" y="0"/>
          <a:chExt cx="0" cy="0"/>
        </a:xfrm>
      </p:grpSpPr>
      <p:grpSp>
        <p:nvGrpSpPr>
          <p:cNvPr name="Group 2" id="2"/>
          <p:cNvGrpSpPr/>
          <p:nvPr/>
        </p:nvGrpSpPr>
        <p:grpSpPr>
          <a:xfrm rot="0">
            <a:off x="-10363088" y="0"/>
            <a:ext cx="30504227" cy="18288000"/>
            <a:chOff x="0" y="0"/>
            <a:chExt cx="40672303" cy="24384000"/>
          </a:xfrm>
        </p:grpSpPr>
        <p:sp>
          <p:nvSpPr>
            <p:cNvPr name="Freeform 3" id="3"/>
            <p:cNvSpPr/>
            <p:nvPr/>
          </p:nvSpPr>
          <p:spPr>
            <a:xfrm flipH="false" flipV="false" rot="0">
              <a:off x="23198414" y="0"/>
              <a:ext cx="17473889" cy="24384000"/>
            </a:xfrm>
            <a:custGeom>
              <a:avLst/>
              <a:gdLst/>
              <a:ahLst/>
              <a:cxnLst/>
              <a:rect r="r" b="b" t="t" l="l"/>
              <a:pathLst>
                <a:path h="24384000" w="17473889">
                  <a:moveTo>
                    <a:pt x="0" y="0"/>
                  </a:moveTo>
                  <a:lnTo>
                    <a:pt x="17473889" y="0"/>
                  </a:lnTo>
                  <a:lnTo>
                    <a:pt x="17473889" y="24384000"/>
                  </a:lnTo>
                  <a:lnTo>
                    <a:pt x="0" y="24384000"/>
                  </a:lnTo>
                  <a:lnTo>
                    <a:pt x="0" y="0"/>
                  </a:lnTo>
                  <a:close/>
                </a:path>
              </a:pathLst>
            </a:custGeom>
            <a:blipFill>
              <a:blip r:embed="rId2">
                <a:alphaModFix amt="5000"/>
              </a:blip>
              <a:stretch>
                <a:fillRect l="0" t="0" r="-39545" b="0"/>
              </a:stretch>
            </a:blipFill>
          </p:spPr>
        </p:sp>
        <p:sp>
          <p:nvSpPr>
            <p:cNvPr name="Freeform 4" id="4"/>
            <p:cNvSpPr/>
            <p:nvPr/>
          </p:nvSpPr>
          <p:spPr>
            <a:xfrm flipH="false" flipV="false" rot="0">
              <a:off x="0" y="0"/>
              <a:ext cx="23206140" cy="24384000"/>
            </a:xfrm>
            <a:custGeom>
              <a:avLst/>
              <a:gdLst/>
              <a:ahLst/>
              <a:cxnLst/>
              <a:rect r="r" b="b" t="t" l="l"/>
              <a:pathLst>
                <a:path h="24384000" w="23206140">
                  <a:moveTo>
                    <a:pt x="0" y="0"/>
                  </a:moveTo>
                  <a:lnTo>
                    <a:pt x="23206140" y="0"/>
                  </a:lnTo>
                  <a:lnTo>
                    <a:pt x="23206140" y="24384000"/>
                  </a:lnTo>
                  <a:lnTo>
                    <a:pt x="0" y="24384000"/>
                  </a:lnTo>
                  <a:lnTo>
                    <a:pt x="0" y="0"/>
                  </a:lnTo>
                  <a:close/>
                </a:path>
              </a:pathLst>
            </a:custGeom>
            <a:blipFill>
              <a:blip r:embed="rId2">
                <a:alphaModFix amt="5000"/>
              </a:blip>
              <a:stretch>
                <a:fillRect l="-5075" t="0" r="0" b="0"/>
              </a:stretch>
            </a:blipFill>
          </p:spPr>
        </p:sp>
      </p:grpSp>
      <p:grpSp>
        <p:nvGrpSpPr>
          <p:cNvPr name="Group 5" id="5"/>
          <p:cNvGrpSpPr/>
          <p:nvPr/>
        </p:nvGrpSpPr>
        <p:grpSpPr>
          <a:xfrm rot="-240041">
            <a:off x="365512" y="6780035"/>
            <a:ext cx="9555976" cy="4727930"/>
            <a:chOff x="0" y="0"/>
            <a:chExt cx="3839559" cy="1899666"/>
          </a:xfrm>
        </p:grpSpPr>
        <p:sp>
          <p:nvSpPr>
            <p:cNvPr name="Freeform 6" id="6"/>
            <p:cNvSpPr/>
            <p:nvPr/>
          </p:nvSpPr>
          <p:spPr>
            <a:xfrm flipH="false" flipV="false" rot="0">
              <a:off x="0" y="0"/>
              <a:ext cx="3839559" cy="1899666"/>
            </a:xfrm>
            <a:custGeom>
              <a:avLst/>
              <a:gdLst/>
              <a:ahLst/>
              <a:cxnLst/>
              <a:rect r="r" b="b" t="t" l="l"/>
              <a:pathLst>
                <a:path h="1899666" w="3839559">
                  <a:moveTo>
                    <a:pt x="0" y="0"/>
                  </a:moveTo>
                  <a:lnTo>
                    <a:pt x="3839559" y="0"/>
                  </a:lnTo>
                  <a:lnTo>
                    <a:pt x="3839559" y="1899666"/>
                  </a:lnTo>
                  <a:lnTo>
                    <a:pt x="0" y="1899666"/>
                  </a:lnTo>
                  <a:close/>
                </a:path>
              </a:pathLst>
            </a:custGeom>
            <a:solidFill>
              <a:srgbClr val="2B1511"/>
            </a:solidFill>
          </p:spPr>
        </p:sp>
        <p:sp>
          <p:nvSpPr>
            <p:cNvPr name="TextBox 7" id="7"/>
            <p:cNvSpPr txBox="true"/>
            <p:nvPr/>
          </p:nvSpPr>
          <p:spPr>
            <a:xfrm>
              <a:off x="0" y="-9525"/>
              <a:ext cx="3839559" cy="1909191"/>
            </a:xfrm>
            <a:prstGeom prst="rect">
              <a:avLst/>
            </a:prstGeom>
          </p:spPr>
          <p:txBody>
            <a:bodyPr anchor="ctr" rtlCol="false" tIns="28575" lIns="28575" bIns="28575" rIns="28575"/>
            <a:lstStyle/>
            <a:p>
              <a:pPr algn="ctr">
                <a:lnSpc>
                  <a:spcPts val="1496"/>
                </a:lnSpc>
                <a:spcBef>
                  <a:spcPct val="0"/>
                </a:spcBef>
              </a:pPr>
            </a:p>
          </p:txBody>
        </p:sp>
      </p:grpSp>
      <p:grpSp>
        <p:nvGrpSpPr>
          <p:cNvPr name="Group 8" id="8"/>
          <p:cNvGrpSpPr/>
          <p:nvPr/>
        </p:nvGrpSpPr>
        <p:grpSpPr>
          <a:xfrm rot="239655">
            <a:off x="449362" y="6911213"/>
            <a:ext cx="9388275" cy="4465574"/>
            <a:chOff x="0" y="0"/>
            <a:chExt cx="3772177" cy="1794253"/>
          </a:xfrm>
        </p:grpSpPr>
        <p:sp>
          <p:nvSpPr>
            <p:cNvPr name="Freeform 9" id="9"/>
            <p:cNvSpPr/>
            <p:nvPr/>
          </p:nvSpPr>
          <p:spPr>
            <a:xfrm flipH="false" flipV="false" rot="0">
              <a:off x="0" y="0"/>
              <a:ext cx="3772177" cy="1794253"/>
            </a:xfrm>
            <a:custGeom>
              <a:avLst/>
              <a:gdLst/>
              <a:ahLst/>
              <a:cxnLst/>
              <a:rect r="r" b="b" t="t" l="l"/>
              <a:pathLst>
                <a:path h="1794253" w="3772177">
                  <a:moveTo>
                    <a:pt x="0" y="0"/>
                  </a:moveTo>
                  <a:lnTo>
                    <a:pt x="3772177" y="0"/>
                  </a:lnTo>
                  <a:lnTo>
                    <a:pt x="3772177" y="1794253"/>
                  </a:lnTo>
                  <a:lnTo>
                    <a:pt x="0" y="1794253"/>
                  </a:lnTo>
                  <a:close/>
                </a:path>
              </a:pathLst>
            </a:custGeom>
            <a:solidFill>
              <a:srgbClr val="382621"/>
            </a:solidFill>
          </p:spPr>
        </p:sp>
        <p:sp>
          <p:nvSpPr>
            <p:cNvPr name="TextBox 10" id="10"/>
            <p:cNvSpPr txBox="true"/>
            <p:nvPr/>
          </p:nvSpPr>
          <p:spPr>
            <a:xfrm>
              <a:off x="0" y="-9525"/>
              <a:ext cx="3772177" cy="1803778"/>
            </a:xfrm>
            <a:prstGeom prst="rect">
              <a:avLst/>
            </a:prstGeom>
          </p:spPr>
          <p:txBody>
            <a:bodyPr anchor="ctr" rtlCol="false" tIns="28575" lIns="28575" bIns="28575" rIns="28575"/>
            <a:lstStyle/>
            <a:p>
              <a:pPr algn="ctr">
                <a:lnSpc>
                  <a:spcPts val="1496"/>
                </a:lnSpc>
                <a:spcBef>
                  <a:spcPct val="0"/>
                </a:spcBef>
              </a:pPr>
            </a:p>
          </p:txBody>
        </p:sp>
      </p:grpSp>
      <p:sp>
        <p:nvSpPr>
          <p:cNvPr name="Freeform 11" id="11"/>
          <p:cNvSpPr/>
          <p:nvPr/>
        </p:nvSpPr>
        <p:spPr>
          <a:xfrm flipH="false" flipV="false" rot="0">
            <a:off x="3086100" y="9686450"/>
            <a:ext cx="4114800" cy="1352740"/>
          </a:xfrm>
          <a:custGeom>
            <a:avLst/>
            <a:gdLst/>
            <a:ahLst/>
            <a:cxnLst/>
            <a:rect r="r" b="b" t="t" l="l"/>
            <a:pathLst>
              <a:path h="1352740" w="4114800">
                <a:moveTo>
                  <a:pt x="0" y="0"/>
                </a:moveTo>
                <a:lnTo>
                  <a:pt x="4114800" y="0"/>
                </a:lnTo>
                <a:lnTo>
                  <a:pt x="4114800" y="1352741"/>
                </a:lnTo>
                <a:lnTo>
                  <a:pt x="0" y="13527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246932" y="7248809"/>
            <a:ext cx="7793136" cy="768730"/>
          </a:xfrm>
          <a:prstGeom prst="rect">
            <a:avLst/>
          </a:prstGeom>
        </p:spPr>
        <p:txBody>
          <a:bodyPr anchor="t" rtlCol="false" tIns="0" lIns="0" bIns="0" rIns="0">
            <a:spAutoFit/>
          </a:bodyPr>
          <a:lstStyle/>
          <a:p>
            <a:pPr algn="ctr">
              <a:lnSpc>
                <a:spcPts val="6075"/>
              </a:lnSpc>
            </a:pPr>
            <a:r>
              <a:rPr lang="en-US" sz="5062">
                <a:solidFill>
                  <a:srgbClr val="FFFFFF"/>
                </a:solidFill>
                <a:latin typeface="Fredoka"/>
                <a:ea typeface="Fredoka"/>
                <a:cs typeface="Fredoka"/>
                <a:sym typeface="Fredoka"/>
              </a:rPr>
              <a:t>HORIZON R – BEDROCK</a:t>
            </a:r>
          </a:p>
        </p:txBody>
      </p:sp>
      <p:sp>
        <p:nvSpPr>
          <p:cNvPr name="TextBox 13" id="13"/>
          <p:cNvSpPr txBox="true"/>
          <p:nvPr/>
        </p:nvSpPr>
        <p:spPr>
          <a:xfrm rot="0">
            <a:off x="1246932" y="8348826"/>
            <a:ext cx="7793136" cy="1006337"/>
          </a:xfrm>
          <a:prstGeom prst="rect">
            <a:avLst/>
          </a:prstGeom>
        </p:spPr>
        <p:txBody>
          <a:bodyPr anchor="t" rtlCol="false" tIns="0" lIns="0" bIns="0" rIns="0">
            <a:spAutoFit/>
          </a:bodyPr>
          <a:lstStyle/>
          <a:p>
            <a:pPr algn="ctr">
              <a:lnSpc>
                <a:spcPts val="2699"/>
              </a:lnSpc>
            </a:pPr>
            <a:r>
              <a:rPr lang="en-US" sz="2249">
                <a:solidFill>
                  <a:srgbClr val="E0D7C9"/>
                </a:solidFill>
                <a:latin typeface="Now"/>
                <a:ea typeface="Now"/>
                <a:cs typeface="Now"/>
                <a:sym typeface="Now"/>
              </a:rPr>
              <a:t>The deepest layer is Horizon R, which is solid bedrock. This layer is hard and unbroken. It forms the foundation under all the other soil layers.</a:t>
            </a:r>
          </a:p>
        </p:txBody>
      </p:sp>
    </p:spTree>
  </p:cSld>
  <p:clrMapOvr>
    <a:masterClrMapping/>
  </p:clrMapOvr>
  <p:transition spd="med">
    <p:cover dir="rd"/>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82E2B"/>
        </a:solidFill>
      </p:bgPr>
    </p:bg>
    <p:spTree>
      <p:nvGrpSpPr>
        <p:cNvPr id="1" name=""/>
        <p:cNvGrpSpPr/>
        <p:nvPr/>
      </p:nvGrpSpPr>
      <p:grpSpPr>
        <a:xfrm>
          <a:off x="0" y="0"/>
          <a:ext cx="0" cy="0"/>
          <a:chOff x="0" y="0"/>
          <a:chExt cx="0" cy="0"/>
        </a:xfrm>
      </p:grpSpPr>
      <p:grpSp>
        <p:nvGrpSpPr>
          <p:cNvPr name="Group 2" id="2"/>
          <p:cNvGrpSpPr/>
          <p:nvPr/>
        </p:nvGrpSpPr>
        <p:grpSpPr>
          <a:xfrm rot="0">
            <a:off x="-10363088" y="0"/>
            <a:ext cx="30504227" cy="18288000"/>
            <a:chOff x="0" y="0"/>
            <a:chExt cx="40672303" cy="24384000"/>
          </a:xfrm>
        </p:grpSpPr>
        <p:sp>
          <p:nvSpPr>
            <p:cNvPr name="Freeform 3" id="3"/>
            <p:cNvSpPr/>
            <p:nvPr/>
          </p:nvSpPr>
          <p:spPr>
            <a:xfrm flipH="false" flipV="false" rot="0">
              <a:off x="23198414" y="0"/>
              <a:ext cx="17473889" cy="24384000"/>
            </a:xfrm>
            <a:custGeom>
              <a:avLst/>
              <a:gdLst/>
              <a:ahLst/>
              <a:cxnLst/>
              <a:rect r="r" b="b" t="t" l="l"/>
              <a:pathLst>
                <a:path h="24384000" w="17473889">
                  <a:moveTo>
                    <a:pt x="0" y="0"/>
                  </a:moveTo>
                  <a:lnTo>
                    <a:pt x="17473889" y="0"/>
                  </a:lnTo>
                  <a:lnTo>
                    <a:pt x="17473889" y="24384000"/>
                  </a:lnTo>
                  <a:lnTo>
                    <a:pt x="0" y="24384000"/>
                  </a:lnTo>
                  <a:lnTo>
                    <a:pt x="0" y="0"/>
                  </a:lnTo>
                  <a:close/>
                </a:path>
              </a:pathLst>
            </a:custGeom>
            <a:blipFill>
              <a:blip r:embed="rId2">
                <a:alphaModFix amt="5000"/>
              </a:blip>
              <a:stretch>
                <a:fillRect l="0" t="0" r="-39545" b="0"/>
              </a:stretch>
            </a:blipFill>
          </p:spPr>
        </p:sp>
        <p:sp>
          <p:nvSpPr>
            <p:cNvPr name="Freeform 4" id="4"/>
            <p:cNvSpPr/>
            <p:nvPr/>
          </p:nvSpPr>
          <p:spPr>
            <a:xfrm flipH="false" flipV="false" rot="0">
              <a:off x="0" y="0"/>
              <a:ext cx="23206140" cy="24384000"/>
            </a:xfrm>
            <a:custGeom>
              <a:avLst/>
              <a:gdLst/>
              <a:ahLst/>
              <a:cxnLst/>
              <a:rect r="r" b="b" t="t" l="l"/>
              <a:pathLst>
                <a:path h="24384000" w="23206140">
                  <a:moveTo>
                    <a:pt x="0" y="0"/>
                  </a:moveTo>
                  <a:lnTo>
                    <a:pt x="23206140" y="0"/>
                  </a:lnTo>
                  <a:lnTo>
                    <a:pt x="23206140" y="24384000"/>
                  </a:lnTo>
                  <a:lnTo>
                    <a:pt x="0" y="24384000"/>
                  </a:lnTo>
                  <a:lnTo>
                    <a:pt x="0" y="0"/>
                  </a:lnTo>
                  <a:close/>
                </a:path>
              </a:pathLst>
            </a:custGeom>
            <a:blipFill>
              <a:blip r:embed="rId2">
                <a:alphaModFix amt="5000"/>
              </a:blip>
              <a:stretch>
                <a:fillRect l="-5075" t="0" r="0" b="0"/>
              </a:stretch>
            </a:blipFill>
          </p:spPr>
        </p:sp>
      </p:grpSp>
      <p:grpSp>
        <p:nvGrpSpPr>
          <p:cNvPr name="Group 5" id="5"/>
          <p:cNvGrpSpPr/>
          <p:nvPr/>
        </p:nvGrpSpPr>
        <p:grpSpPr>
          <a:xfrm rot="-240041">
            <a:off x="663396" y="7259268"/>
            <a:ext cx="7186119" cy="3769464"/>
            <a:chOff x="0" y="0"/>
            <a:chExt cx="2887358" cy="1514558"/>
          </a:xfrm>
        </p:grpSpPr>
        <p:sp>
          <p:nvSpPr>
            <p:cNvPr name="Freeform 6" id="6"/>
            <p:cNvSpPr/>
            <p:nvPr/>
          </p:nvSpPr>
          <p:spPr>
            <a:xfrm flipH="false" flipV="false" rot="0">
              <a:off x="0" y="0"/>
              <a:ext cx="2887358" cy="1514558"/>
            </a:xfrm>
            <a:custGeom>
              <a:avLst/>
              <a:gdLst/>
              <a:ahLst/>
              <a:cxnLst/>
              <a:rect r="r" b="b" t="t" l="l"/>
              <a:pathLst>
                <a:path h="1514558" w="2887358">
                  <a:moveTo>
                    <a:pt x="0" y="0"/>
                  </a:moveTo>
                  <a:lnTo>
                    <a:pt x="2887358" y="0"/>
                  </a:lnTo>
                  <a:lnTo>
                    <a:pt x="2887358" y="1514558"/>
                  </a:lnTo>
                  <a:lnTo>
                    <a:pt x="0" y="1514558"/>
                  </a:lnTo>
                  <a:close/>
                </a:path>
              </a:pathLst>
            </a:custGeom>
            <a:solidFill>
              <a:srgbClr val="2B1511"/>
            </a:solidFill>
          </p:spPr>
        </p:sp>
        <p:sp>
          <p:nvSpPr>
            <p:cNvPr name="TextBox 7" id="7"/>
            <p:cNvSpPr txBox="true"/>
            <p:nvPr/>
          </p:nvSpPr>
          <p:spPr>
            <a:xfrm>
              <a:off x="0" y="-9525"/>
              <a:ext cx="2887358" cy="1524083"/>
            </a:xfrm>
            <a:prstGeom prst="rect">
              <a:avLst/>
            </a:prstGeom>
          </p:spPr>
          <p:txBody>
            <a:bodyPr anchor="ctr" rtlCol="false" tIns="28575" lIns="28575" bIns="28575" rIns="28575"/>
            <a:lstStyle/>
            <a:p>
              <a:pPr algn="ctr">
                <a:lnSpc>
                  <a:spcPts val="1496"/>
                </a:lnSpc>
                <a:spcBef>
                  <a:spcPct val="0"/>
                </a:spcBef>
              </a:pPr>
            </a:p>
          </p:txBody>
        </p:sp>
      </p:grpSp>
      <p:grpSp>
        <p:nvGrpSpPr>
          <p:cNvPr name="Group 8" id="8"/>
          <p:cNvGrpSpPr/>
          <p:nvPr/>
        </p:nvGrpSpPr>
        <p:grpSpPr>
          <a:xfrm rot="239655">
            <a:off x="320258" y="7543145"/>
            <a:ext cx="7186119" cy="3201710"/>
            <a:chOff x="0" y="0"/>
            <a:chExt cx="2887358" cy="1286436"/>
          </a:xfrm>
        </p:grpSpPr>
        <p:sp>
          <p:nvSpPr>
            <p:cNvPr name="Freeform 9" id="9"/>
            <p:cNvSpPr/>
            <p:nvPr/>
          </p:nvSpPr>
          <p:spPr>
            <a:xfrm flipH="false" flipV="false" rot="0">
              <a:off x="0" y="0"/>
              <a:ext cx="2887358" cy="1286436"/>
            </a:xfrm>
            <a:custGeom>
              <a:avLst/>
              <a:gdLst/>
              <a:ahLst/>
              <a:cxnLst/>
              <a:rect r="r" b="b" t="t" l="l"/>
              <a:pathLst>
                <a:path h="1286436" w="2887358">
                  <a:moveTo>
                    <a:pt x="0" y="0"/>
                  </a:moveTo>
                  <a:lnTo>
                    <a:pt x="2887358" y="0"/>
                  </a:lnTo>
                  <a:lnTo>
                    <a:pt x="2887358" y="1286436"/>
                  </a:lnTo>
                  <a:lnTo>
                    <a:pt x="0" y="1286436"/>
                  </a:lnTo>
                  <a:close/>
                </a:path>
              </a:pathLst>
            </a:custGeom>
            <a:solidFill>
              <a:srgbClr val="382621"/>
            </a:solidFill>
          </p:spPr>
        </p:sp>
        <p:sp>
          <p:nvSpPr>
            <p:cNvPr name="TextBox 10" id="10"/>
            <p:cNvSpPr txBox="true"/>
            <p:nvPr/>
          </p:nvSpPr>
          <p:spPr>
            <a:xfrm>
              <a:off x="0" y="-9525"/>
              <a:ext cx="2887358" cy="1295961"/>
            </a:xfrm>
            <a:prstGeom prst="rect">
              <a:avLst/>
            </a:prstGeom>
          </p:spPr>
          <p:txBody>
            <a:bodyPr anchor="ctr" rtlCol="false" tIns="28575" lIns="28575" bIns="28575" rIns="28575"/>
            <a:lstStyle/>
            <a:p>
              <a:pPr algn="ctr">
                <a:lnSpc>
                  <a:spcPts val="1496"/>
                </a:lnSpc>
                <a:spcBef>
                  <a:spcPct val="0"/>
                </a:spcBef>
              </a:pPr>
            </a:p>
          </p:txBody>
        </p:sp>
      </p:grpSp>
      <p:sp>
        <p:nvSpPr>
          <p:cNvPr name="Freeform 11" id="11"/>
          <p:cNvSpPr/>
          <p:nvPr/>
        </p:nvSpPr>
        <p:spPr>
          <a:xfrm flipH="false" flipV="false" rot="0">
            <a:off x="6022823" y="6829425"/>
            <a:ext cx="3622310" cy="4629150"/>
          </a:xfrm>
          <a:custGeom>
            <a:avLst/>
            <a:gdLst/>
            <a:ahLst/>
            <a:cxnLst/>
            <a:rect r="r" b="b" t="t" l="l"/>
            <a:pathLst>
              <a:path h="4629150" w="3622310">
                <a:moveTo>
                  <a:pt x="0" y="0"/>
                </a:moveTo>
                <a:lnTo>
                  <a:pt x="3622310" y="0"/>
                </a:lnTo>
                <a:lnTo>
                  <a:pt x="3622310" y="4629150"/>
                </a:lnTo>
                <a:lnTo>
                  <a:pt x="0" y="46291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757901" y="8340757"/>
            <a:ext cx="5059009" cy="768730"/>
          </a:xfrm>
          <a:prstGeom prst="rect">
            <a:avLst/>
          </a:prstGeom>
        </p:spPr>
        <p:txBody>
          <a:bodyPr anchor="t" rtlCol="false" tIns="0" lIns="0" bIns="0" rIns="0">
            <a:spAutoFit/>
          </a:bodyPr>
          <a:lstStyle/>
          <a:p>
            <a:pPr algn="ctr">
              <a:lnSpc>
                <a:spcPts val="6075"/>
              </a:lnSpc>
            </a:pPr>
            <a:r>
              <a:rPr lang="en-US" sz="5062">
                <a:solidFill>
                  <a:srgbClr val="FFFFFF"/>
                </a:solidFill>
                <a:latin typeface="Fredoka"/>
                <a:ea typeface="Fredoka"/>
                <a:cs typeface="Fredoka"/>
                <a:sym typeface="Fredoka"/>
              </a:rPr>
              <a:t>THANK YOU</a:t>
            </a:r>
          </a:p>
        </p:txBody>
      </p:sp>
      <p:sp>
        <p:nvSpPr>
          <p:cNvPr name="TextBox 13" id="13"/>
          <p:cNvSpPr txBox="true"/>
          <p:nvPr/>
        </p:nvSpPr>
        <p:spPr>
          <a:xfrm rot="0">
            <a:off x="755838" y="9276352"/>
            <a:ext cx="5063133" cy="670891"/>
          </a:xfrm>
          <a:prstGeom prst="rect">
            <a:avLst/>
          </a:prstGeom>
        </p:spPr>
        <p:txBody>
          <a:bodyPr anchor="t" rtlCol="false" tIns="0" lIns="0" bIns="0" rIns="0">
            <a:spAutoFit/>
          </a:bodyPr>
          <a:lstStyle/>
          <a:p>
            <a:pPr algn="ctr">
              <a:lnSpc>
                <a:spcPts val="2699"/>
              </a:lnSpc>
            </a:pPr>
            <a:r>
              <a:rPr lang="en-US" sz="2249">
                <a:solidFill>
                  <a:srgbClr val="E0D7C9"/>
                </a:solidFill>
                <a:latin typeface="Now"/>
                <a:ea typeface="Now"/>
                <a:cs typeface="Now"/>
                <a:sym typeface="Now"/>
              </a:rPr>
              <a:t>I hope you learn something new today!</a:t>
            </a:r>
          </a:p>
        </p:txBody>
      </p:sp>
    </p:spTree>
  </p:cSld>
  <p:clrMapOvr>
    <a:masterClrMapping/>
  </p:clrMapOvr>
  <p:transition spd="med">
    <p:cover dir="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DAHX_np-7WE</dc:identifier>
  <dcterms:modified xsi:type="dcterms:W3CDTF">2011-08-01T06:04:30Z</dcterms:modified>
  <cp:revision>1</cp:revision>
  <dc:title>All About the Soil Profile Presentation (1080 x 1920 px)</dc:title>
</cp:coreProperties>
</file>